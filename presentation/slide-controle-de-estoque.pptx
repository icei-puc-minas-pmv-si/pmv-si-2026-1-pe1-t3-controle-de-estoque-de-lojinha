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Calibri (MS) Italics" charset="1" panose="020F05020202040A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2194560" cy="2420392"/>
            <a:chOff x="0" y="0"/>
            <a:chExt cx="2926080" cy="3227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0" cy="3227189"/>
            </a:xfrm>
            <a:custGeom>
              <a:avLst/>
              <a:gdLst/>
              <a:ahLst/>
              <a:cxnLst/>
              <a:rect r="r" b="b" t="t" l="l"/>
              <a:pathLst>
                <a:path h="322718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227189"/>
                  </a:lnTo>
                  <a:lnTo>
                    <a:pt x="0" y="3227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244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47650"/>
              <a:ext cx="2926080" cy="347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103120"/>
            <a:ext cx="16824960" cy="1828800"/>
            <a:chOff x="0" y="0"/>
            <a:chExt cx="2243328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09550"/>
              <a:ext cx="2243328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Controle de Estoque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3749040"/>
            <a:ext cx="16824960" cy="1371600"/>
            <a:chOff x="0" y="0"/>
            <a:chExt cx="224332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22433280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uma Lojinha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5290823"/>
            <a:ext cx="16850363" cy="61979"/>
            <a:chOff x="0" y="0"/>
            <a:chExt cx="22467151" cy="826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67188" cy="82677"/>
            </a:xfrm>
            <a:custGeom>
              <a:avLst/>
              <a:gdLst/>
              <a:ahLst/>
              <a:cxnLst/>
              <a:rect r="r" b="b" t="t" l="l"/>
              <a:pathLst>
                <a:path h="8267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5577840"/>
            <a:ext cx="16824960" cy="1280160"/>
            <a:chOff x="0" y="0"/>
            <a:chExt cx="2243328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24332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Gabriel Gonçalves de Lana  ·  Gabriel Yuri Silva Alves dos Santos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Maria Luiza Duarte Parreiras  ·  Samuel Henrique dos Santos Souza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1520" y="6858000"/>
            <a:ext cx="16824960" cy="640080"/>
            <a:chOff x="0" y="0"/>
            <a:chExt cx="2243328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Prof. Clóvis Lemos Tavares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7680960"/>
            <a:ext cx="16824960" cy="1280160"/>
            <a:chOff x="0" y="0"/>
            <a:chExt cx="22433280" cy="1706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433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PONTIFÍCIA UNIVERSIDADE CATÓLICA DE MINAS GERAIS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Departamento de Eng. de Software e Sistemas de Informação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069183" y="7315200"/>
            <a:ext cx="2190117" cy="1831734"/>
          </a:xfrm>
          <a:custGeom>
            <a:avLst/>
            <a:gdLst/>
            <a:ahLst/>
            <a:cxnLst/>
            <a:rect r="r" b="b" t="t" l="l"/>
            <a:pathLst>
              <a:path h="1831734" w="2190117">
                <a:moveTo>
                  <a:pt x="0" y="0"/>
                </a:moveTo>
                <a:lnTo>
                  <a:pt x="2190117" y="0"/>
                </a:lnTo>
                <a:lnTo>
                  <a:pt x="2190117" y="1831734"/>
                </a:lnTo>
                <a:lnTo>
                  <a:pt x="0" y="183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402336"/>
            <a:ext cx="15544800" cy="914400"/>
            <a:chOff x="0" y="0"/>
            <a:chExt cx="207264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07264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Sumário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1450343"/>
            <a:ext cx="16850363" cy="61979"/>
            <a:chOff x="0" y="0"/>
            <a:chExt cx="22467151" cy="826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67188" cy="82677"/>
            </a:xfrm>
            <a:custGeom>
              <a:avLst/>
              <a:gdLst/>
              <a:ahLst/>
              <a:cxnLst/>
              <a:rect r="r" b="b" t="t" l="l"/>
              <a:pathLst>
                <a:path h="8267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18823" y="1816103"/>
            <a:ext cx="8072123" cy="1671323"/>
            <a:chOff x="0" y="0"/>
            <a:chExt cx="1076283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50976" y="2011680"/>
            <a:ext cx="1005840" cy="1280160"/>
            <a:chOff x="0" y="0"/>
            <a:chExt cx="134112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3120" y="1920240"/>
            <a:ext cx="6400800" cy="768096"/>
            <a:chOff x="0" y="0"/>
            <a:chExt cx="853440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Introdução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3120" y="2651760"/>
            <a:ext cx="6400800" cy="694944"/>
            <a:chOff x="0" y="0"/>
            <a:chExt cx="85344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Contextualização, problema e justificativa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3827783"/>
            <a:ext cx="8072123" cy="1671323"/>
            <a:chOff x="0" y="0"/>
            <a:chExt cx="10762831" cy="22284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50976" y="4023360"/>
            <a:ext cx="1005840" cy="1280160"/>
            <a:chOff x="0" y="0"/>
            <a:chExt cx="134112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03120" y="3931920"/>
            <a:ext cx="6400800" cy="768096"/>
            <a:chOff x="0" y="0"/>
            <a:chExt cx="853440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 &amp; Objetivos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03120" y="4663440"/>
            <a:ext cx="6400800" cy="694944"/>
            <a:chOff x="0" y="0"/>
            <a:chExt cx="853440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que o sistema resolve e para quem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8823" y="5839463"/>
            <a:ext cx="8072123" cy="1671323"/>
            <a:chOff x="0" y="0"/>
            <a:chExt cx="10762831" cy="22284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0976" y="6035040"/>
            <a:ext cx="1005840" cy="1280160"/>
            <a:chOff x="0" y="0"/>
            <a:chExt cx="134112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03120" y="5943600"/>
            <a:ext cx="6400800" cy="768096"/>
            <a:chOff x="0" y="0"/>
            <a:chExt cx="853440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Personas &amp; Histórias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03120" y="6675120"/>
            <a:ext cx="6400800" cy="694944"/>
            <a:chOff x="0" y="0"/>
            <a:chExt cx="853440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Perfis de usuário e histórias de uso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18823" y="7851143"/>
            <a:ext cx="8072123" cy="1671323"/>
            <a:chOff x="0" y="0"/>
            <a:chExt cx="10762831" cy="22284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50976" y="8046720"/>
            <a:ext cx="1005840" cy="1280160"/>
            <a:chOff x="0" y="0"/>
            <a:chExt cx="1341120" cy="1706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03120" y="7955280"/>
            <a:ext cx="6400800" cy="768096"/>
            <a:chOff x="0" y="0"/>
            <a:chExt cx="853440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03120" y="8686800"/>
            <a:ext cx="6400800" cy="694944"/>
            <a:chOff x="0" y="0"/>
            <a:chExt cx="853440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Funcionais e não funcionais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14183" y="1816103"/>
            <a:ext cx="8072123" cy="1671323"/>
            <a:chOff x="0" y="0"/>
            <a:chExt cx="10762831" cy="22284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546336" y="2011680"/>
            <a:ext cx="1005840" cy="1280160"/>
            <a:chOff x="0" y="0"/>
            <a:chExt cx="1341120" cy="1706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698480" y="1920240"/>
            <a:ext cx="6400800" cy="768096"/>
            <a:chOff x="0" y="0"/>
            <a:chExt cx="853440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&amp; User Flow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98480" y="2651760"/>
            <a:ext cx="6400800" cy="694944"/>
            <a:chOff x="0" y="0"/>
            <a:chExt cx="853440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Wireframes e fluxo de telas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14183" y="3827783"/>
            <a:ext cx="8072123" cy="1671323"/>
            <a:chOff x="0" y="0"/>
            <a:chExt cx="10762831" cy="22284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546336" y="4023360"/>
            <a:ext cx="1005840" cy="1280160"/>
            <a:chOff x="0" y="0"/>
            <a:chExt cx="1341120" cy="17068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98480" y="3931920"/>
            <a:ext cx="6400800" cy="768096"/>
            <a:chOff x="0" y="0"/>
            <a:chExt cx="853440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Desenvolvimento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698480" y="4663440"/>
            <a:ext cx="6400800" cy="694944"/>
            <a:chOff x="0" y="0"/>
            <a:chExt cx="853440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Funcionalidades implementadas e tecnologias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314183" y="5839463"/>
            <a:ext cx="8072123" cy="1671323"/>
            <a:chOff x="0" y="0"/>
            <a:chExt cx="10762831" cy="22284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546336" y="6035040"/>
            <a:ext cx="1005840" cy="1280160"/>
            <a:chOff x="0" y="0"/>
            <a:chExt cx="1341120" cy="17068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698480" y="5943600"/>
            <a:ext cx="6400800" cy="768096"/>
            <a:chOff x="0" y="0"/>
            <a:chExt cx="8534400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698480" y="6675120"/>
            <a:ext cx="6400800" cy="694944"/>
            <a:chOff x="0" y="0"/>
            <a:chExt cx="853440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Plano e resultados dos testes de software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314183" y="7851143"/>
            <a:ext cx="8072123" cy="1671323"/>
            <a:chOff x="0" y="0"/>
            <a:chExt cx="10762831" cy="22284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7628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7628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564749" y="0"/>
                  </a:lnTo>
                  <a:cubicBezTo>
                    <a:pt x="10674096" y="0"/>
                    <a:pt x="10762869" y="88646"/>
                    <a:pt x="10762869" y="198120"/>
                  </a:cubicBezTo>
                  <a:lnTo>
                    <a:pt x="10762869" y="2030349"/>
                  </a:lnTo>
                  <a:cubicBezTo>
                    <a:pt x="10762869" y="2139696"/>
                    <a:pt x="10674223" y="2228469"/>
                    <a:pt x="105647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546336" y="8046720"/>
            <a:ext cx="1005840" cy="1280160"/>
            <a:chOff x="0" y="0"/>
            <a:chExt cx="1341120" cy="1706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41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1341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698480" y="7955280"/>
            <a:ext cx="6400800" cy="768096"/>
            <a:chOff x="0" y="0"/>
            <a:chExt cx="8534400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85344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698480" y="8686800"/>
            <a:ext cx="6400800" cy="694944"/>
            <a:chOff x="0" y="0"/>
            <a:chExt cx="853440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Resultados alcançados e trabalhos futuros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494028" y="402336"/>
            <a:ext cx="1069343" cy="894360"/>
          </a:xfrm>
          <a:custGeom>
            <a:avLst/>
            <a:gdLst/>
            <a:ahLst/>
            <a:cxnLst/>
            <a:rect r="r" b="b" t="t" l="l"/>
            <a:pathLst>
              <a:path h="894360" w="1069343">
                <a:moveTo>
                  <a:pt x="0" y="0"/>
                </a:moveTo>
                <a:lnTo>
                  <a:pt x="1069344" y="0"/>
                </a:lnTo>
                <a:lnTo>
                  <a:pt x="1069344" y="894360"/>
                </a:lnTo>
                <a:lnTo>
                  <a:pt x="0" y="894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993143"/>
            <a:ext cx="3865883" cy="903227"/>
            <a:chOff x="0" y="0"/>
            <a:chExt cx="5154511" cy="12043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Introdução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Introdução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14800" y="1280160"/>
            <a:ext cx="13350240" cy="548640"/>
            <a:chOff x="0" y="0"/>
            <a:chExt cx="178003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80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7800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Contextualização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010663" y="1907543"/>
            <a:ext cx="13558523" cy="61979"/>
            <a:chOff x="0" y="0"/>
            <a:chExt cx="18078031" cy="826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102103" y="2090423"/>
            <a:ext cx="13467083" cy="2037083"/>
            <a:chOff x="0" y="0"/>
            <a:chExt cx="17956111" cy="2716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956023" cy="2716022"/>
            </a:xfrm>
            <a:custGeom>
              <a:avLst/>
              <a:gdLst/>
              <a:ahLst/>
              <a:cxnLst/>
              <a:rect r="r" b="b" t="t" l="l"/>
              <a:pathLst>
                <a:path h="2716022" w="17956023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17758538" y="0"/>
                  </a:lnTo>
                  <a:cubicBezTo>
                    <a:pt x="17867630" y="0"/>
                    <a:pt x="17956023" y="88392"/>
                    <a:pt x="17956023" y="197485"/>
                  </a:cubicBezTo>
                  <a:lnTo>
                    <a:pt x="17956023" y="2518537"/>
                  </a:lnTo>
                  <a:cubicBezTo>
                    <a:pt x="17956023" y="2627630"/>
                    <a:pt x="17867630" y="2716022"/>
                    <a:pt x="17758538" y="2716022"/>
                  </a:cubicBezTo>
                  <a:lnTo>
                    <a:pt x="197485" y="2716022"/>
                  </a:lnTo>
                  <a:cubicBezTo>
                    <a:pt x="88392" y="2716149"/>
                    <a:pt x="0" y="2627630"/>
                    <a:pt x="0" y="2518537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480560" y="2231136"/>
            <a:ext cx="12710160" cy="1737360"/>
            <a:chOff x="0" y="0"/>
            <a:chExt cx="16946880" cy="2316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946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548" r="0" b="-925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694688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sociedade atual está cada vez mais rápida e tecnológica. As automatizações surgem para sistematizar tarefas e facilitar demandas. Redes de comércios necessitam adequação à logística sistemática para permanecerem competitivos.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102103" y="4376423"/>
            <a:ext cx="4231643" cy="4963163"/>
            <a:chOff x="0" y="0"/>
            <a:chExt cx="5642191" cy="66175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42229" cy="6617589"/>
            </a:xfrm>
            <a:custGeom>
              <a:avLst/>
              <a:gdLst/>
              <a:ahLst/>
              <a:cxnLst/>
              <a:rect r="r" b="b" t="t" l="l"/>
              <a:pathLst>
                <a:path h="6617589" w="564222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5396865" y="0"/>
                  </a:lnTo>
                  <a:cubicBezTo>
                    <a:pt x="5532374" y="0"/>
                    <a:pt x="5642229" y="109855"/>
                    <a:pt x="5642229" y="245364"/>
                  </a:cubicBezTo>
                  <a:lnTo>
                    <a:pt x="5642229" y="6372225"/>
                  </a:lnTo>
                  <a:cubicBezTo>
                    <a:pt x="5642229" y="6507734"/>
                    <a:pt x="5532374" y="6617589"/>
                    <a:pt x="5396865" y="6617589"/>
                  </a:cubicBezTo>
                  <a:lnTo>
                    <a:pt x="245364" y="6617589"/>
                  </a:lnTo>
                  <a:cubicBezTo>
                    <a:pt x="109855" y="6617589"/>
                    <a:pt x="0" y="6507734"/>
                    <a:pt x="0" y="6372225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297680" y="4572000"/>
            <a:ext cx="3840480" cy="640080"/>
            <a:chOff x="0" y="0"/>
            <a:chExt cx="512064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51206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284983" y="5235959"/>
            <a:ext cx="3865883" cy="61979"/>
            <a:chOff x="0" y="0"/>
            <a:chExt cx="5154511" cy="826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54549" cy="82677"/>
            </a:xfrm>
            <a:custGeom>
              <a:avLst/>
              <a:gdLst/>
              <a:ahLst/>
              <a:cxnLst/>
              <a:rect r="r" b="b" t="t" l="l"/>
              <a:pathLst>
                <a:path h="82677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4389120" y="5393055"/>
            <a:ext cx="365760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Ausência de sistemas para organizar e analisar estoques em pequenas empresas.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674103" y="4376423"/>
            <a:ext cx="4231643" cy="4963163"/>
            <a:chOff x="0" y="0"/>
            <a:chExt cx="5642191" cy="66175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42229" cy="6617589"/>
            </a:xfrm>
            <a:custGeom>
              <a:avLst/>
              <a:gdLst/>
              <a:ahLst/>
              <a:cxnLst/>
              <a:rect r="r" b="b" t="t" l="l"/>
              <a:pathLst>
                <a:path h="6617589" w="564222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5396865" y="0"/>
                  </a:lnTo>
                  <a:cubicBezTo>
                    <a:pt x="5532374" y="0"/>
                    <a:pt x="5642229" y="109855"/>
                    <a:pt x="5642229" y="245364"/>
                  </a:cubicBezTo>
                  <a:lnTo>
                    <a:pt x="5642229" y="6372225"/>
                  </a:lnTo>
                  <a:cubicBezTo>
                    <a:pt x="5642229" y="6507734"/>
                    <a:pt x="5532374" y="6617589"/>
                    <a:pt x="5396865" y="6617589"/>
                  </a:cubicBezTo>
                  <a:lnTo>
                    <a:pt x="245364" y="6617589"/>
                  </a:lnTo>
                  <a:cubicBezTo>
                    <a:pt x="109855" y="6617589"/>
                    <a:pt x="0" y="6507734"/>
                    <a:pt x="0" y="6372225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869680" y="4572000"/>
            <a:ext cx="3840480" cy="640080"/>
            <a:chOff x="0" y="0"/>
            <a:chExt cx="512064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51206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856983" y="5235959"/>
            <a:ext cx="3865883" cy="61979"/>
            <a:chOff x="0" y="0"/>
            <a:chExt cx="5154511" cy="826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54549" cy="82677"/>
            </a:xfrm>
            <a:custGeom>
              <a:avLst/>
              <a:gdLst/>
              <a:ahLst/>
              <a:cxnLst/>
              <a:rect r="r" b="b" t="t" l="l"/>
              <a:pathLst>
                <a:path h="82677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8961120" y="5393055"/>
            <a:ext cx="365760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Desorganização, decisões sem dados confiáveis e riscos financeiros.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246103" y="4376423"/>
            <a:ext cx="4231643" cy="4963163"/>
            <a:chOff x="0" y="0"/>
            <a:chExt cx="5642191" cy="66175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642229" cy="6617589"/>
            </a:xfrm>
            <a:custGeom>
              <a:avLst/>
              <a:gdLst/>
              <a:ahLst/>
              <a:cxnLst/>
              <a:rect r="r" b="b" t="t" l="l"/>
              <a:pathLst>
                <a:path h="6617589" w="5642229">
                  <a:moveTo>
                    <a:pt x="0" y="245364"/>
                  </a:moveTo>
                  <a:cubicBezTo>
                    <a:pt x="0" y="109855"/>
                    <a:pt x="109855" y="0"/>
                    <a:pt x="245364" y="0"/>
                  </a:cubicBezTo>
                  <a:lnTo>
                    <a:pt x="5396865" y="0"/>
                  </a:lnTo>
                  <a:cubicBezTo>
                    <a:pt x="5532374" y="0"/>
                    <a:pt x="5642229" y="109855"/>
                    <a:pt x="5642229" y="245364"/>
                  </a:cubicBezTo>
                  <a:lnTo>
                    <a:pt x="5642229" y="6372225"/>
                  </a:lnTo>
                  <a:cubicBezTo>
                    <a:pt x="5642229" y="6507734"/>
                    <a:pt x="5532374" y="6617589"/>
                    <a:pt x="5396865" y="6617589"/>
                  </a:cubicBezTo>
                  <a:lnTo>
                    <a:pt x="245364" y="6617589"/>
                  </a:lnTo>
                  <a:cubicBezTo>
                    <a:pt x="109855" y="6617589"/>
                    <a:pt x="0" y="6507734"/>
                    <a:pt x="0" y="6372225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441680" y="4572000"/>
            <a:ext cx="3840480" cy="640080"/>
            <a:chOff x="0" y="0"/>
            <a:chExt cx="512064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51206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Público-Alvo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428983" y="5235959"/>
            <a:ext cx="3865883" cy="61979"/>
            <a:chOff x="0" y="0"/>
            <a:chExt cx="5154511" cy="8263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54549" cy="82677"/>
            </a:xfrm>
            <a:custGeom>
              <a:avLst/>
              <a:gdLst/>
              <a:ahLst/>
              <a:cxnLst/>
              <a:rect r="r" b="b" t="t" l="l"/>
              <a:pathLst>
                <a:path h="82677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3533120" y="5393055"/>
            <a:ext cx="365760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Pequenas lojas que precisam de um sistema informacional de estoque.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Introdução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2697" y="2035559"/>
            <a:ext cx="3865883" cy="903227"/>
            <a:chOff x="0" y="0"/>
            <a:chExt cx="5154511" cy="12043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 &amp; Objetivos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 &amp; Objetivos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02103" y="1633223"/>
            <a:ext cx="6426203" cy="8072123"/>
            <a:chOff x="0" y="0"/>
            <a:chExt cx="8568271" cy="107628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68310" cy="10762869"/>
            </a:xfrm>
            <a:custGeom>
              <a:avLst/>
              <a:gdLst/>
              <a:ahLst/>
              <a:cxnLst/>
              <a:rect r="r" b="b" t="t" l="l"/>
              <a:pathLst>
                <a:path h="10762869" w="8568310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8323453" y="0"/>
                  </a:lnTo>
                  <a:cubicBezTo>
                    <a:pt x="8458708" y="0"/>
                    <a:pt x="8568310" y="109601"/>
                    <a:pt x="8568310" y="244856"/>
                  </a:cubicBezTo>
                  <a:lnTo>
                    <a:pt x="8568310" y="10518013"/>
                  </a:lnTo>
                  <a:cubicBezTo>
                    <a:pt x="8568310" y="10653268"/>
                    <a:pt x="8458708" y="10762869"/>
                    <a:pt x="8323453" y="10762869"/>
                  </a:cubicBezTo>
                  <a:lnTo>
                    <a:pt x="244856" y="10762869"/>
                  </a:lnTo>
                  <a:cubicBezTo>
                    <a:pt x="109601" y="10762869"/>
                    <a:pt x="0" y="10653268"/>
                    <a:pt x="0" y="10518013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389120" y="1828800"/>
            <a:ext cx="5852160" cy="731520"/>
            <a:chOff x="0" y="0"/>
            <a:chExt cx="780288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Problema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4480560" y="2741295"/>
            <a:ext cx="5669280" cy="635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— Falta de visibilidade sobre produtos em estoque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— Ausência de histórico de compras e vendas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— Dificuldade em identificar produtos próximos ao vencimento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— Desorganização gera riscos financeiros e prejuízos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— Decisões sem dados apurados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960103" y="1633223"/>
            <a:ext cx="6609083" cy="8072123"/>
            <a:chOff x="0" y="0"/>
            <a:chExt cx="8812111" cy="107628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812150" cy="10762869"/>
            </a:xfrm>
            <a:custGeom>
              <a:avLst/>
              <a:gdLst/>
              <a:ahLst/>
              <a:cxnLst/>
              <a:rect r="r" b="b" t="t" l="l"/>
              <a:pathLst>
                <a:path h="10762869" w="8812150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8567293" y="0"/>
                  </a:lnTo>
                  <a:cubicBezTo>
                    <a:pt x="8702549" y="0"/>
                    <a:pt x="8812150" y="109601"/>
                    <a:pt x="8812150" y="244856"/>
                  </a:cubicBezTo>
                  <a:lnTo>
                    <a:pt x="8812150" y="10518013"/>
                  </a:lnTo>
                  <a:cubicBezTo>
                    <a:pt x="8812150" y="10653268"/>
                    <a:pt x="8702549" y="10762869"/>
                    <a:pt x="8567293" y="10762869"/>
                  </a:cubicBezTo>
                  <a:lnTo>
                    <a:pt x="244856" y="10762869"/>
                  </a:lnTo>
                  <a:cubicBezTo>
                    <a:pt x="109601" y="10762869"/>
                    <a:pt x="0" y="10653268"/>
                    <a:pt x="0" y="10518013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247120" y="1828800"/>
            <a:ext cx="6035040" cy="731520"/>
            <a:chOff x="0" y="0"/>
            <a:chExt cx="804672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80467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Geral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338560" y="2741295"/>
            <a:ext cx="5852160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sistema web de controle de estoque para lojas, facilitando o acompanhamento de quantidades, organização de mercadorias e apoio à reposição de produtos.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247120" y="5486400"/>
            <a:ext cx="6035040" cy="640080"/>
            <a:chOff x="0" y="0"/>
            <a:chExt cx="804672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80467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338560" y="6216015"/>
            <a:ext cx="585216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Organizar entradas e saídas de produtos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Reduzir erros do controle manual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Apoiar decisões estratégicas com dados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Facilitar o acesso por perfil de usuário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Problema &amp; Objetivos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697" y="3077975"/>
            <a:ext cx="3865883" cy="903227"/>
            <a:chOff x="0" y="0"/>
            <a:chExt cx="5154511" cy="12043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Personas &amp; Histórias de Usuário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02103" y="1633223"/>
            <a:ext cx="4323083" cy="8072123"/>
            <a:chOff x="0" y="0"/>
            <a:chExt cx="5764111" cy="107628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64022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5764022">
                  <a:moveTo>
                    <a:pt x="0" y="245237"/>
                  </a:moveTo>
                  <a:cubicBezTo>
                    <a:pt x="0" y="109855"/>
                    <a:pt x="109855" y="0"/>
                    <a:pt x="245237" y="0"/>
                  </a:cubicBezTo>
                  <a:lnTo>
                    <a:pt x="5518785" y="0"/>
                  </a:lnTo>
                  <a:cubicBezTo>
                    <a:pt x="5654294" y="0"/>
                    <a:pt x="5764022" y="109855"/>
                    <a:pt x="5764022" y="245237"/>
                  </a:cubicBezTo>
                  <a:lnTo>
                    <a:pt x="5764022" y="10517505"/>
                  </a:lnTo>
                  <a:cubicBezTo>
                    <a:pt x="5764022" y="10653014"/>
                    <a:pt x="5654167" y="10762742"/>
                    <a:pt x="5518785" y="10762742"/>
                  </a:cubicBezTo>
                  <a:lnTo>
                    <a:pt x="245237" y="10762742"/>
                  </a:lnTo>
                  <a:cubicBezTo>
                    <a:pt x="109855" y="10762869"/>
                    <a:pt x="0" y="10653014"/>
                    <a:pt x="0" y="10517505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114800" y="1828800"/>
            <a:ext cx="4297680" cy="1005840"/>
            <a:chOff x="0" y="0"/>
            <a:chExt cx="573024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30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14300"/>
              <a:ext cx="573024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◎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114800" y="2834640"/>
            <a:ext cx="4297680" cy="731520"/>
            <a:chOff x="0" y="0"/>
            <a:chExt cx="573024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73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Proprietário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284983" y="3590039"/>
            <a:ext cx="3957323" cy="61979"/>
            <a:chOff x="0" y="0"/>
            <a:chExt cx="5276431" cy="8263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76469" cy="82677"/>
            </a:xfrm>
            <a:custGeom>
              <a:avLst/>
              <a:gdLst/>
              <a:ahLst/>
              <a:cxnLst/>
              <a:rect r="r" b="b" t="t" l="l"/>
              <a:pathLst>
                <a:path h="82677" w="5276469">
                  <a:moveTo>
                    <a:pt x="0" y="0"/>
                  </a:moveTo>
                  <a:lnTo>
                    <a:pt x="5276469" y="0"/>
                  </a:lnTo>
                  <a:lnTo>
                    <a:pt x="52764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4389120" y="3756660"/>
            <a:ext cx="374904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Responsável por acompanhar o desempenho da loja e analisar relatórios para apoiar na tomada de decisões.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297680" y="6035040"/>
            <a:ext cx="3931920" cy="548640"/>
            <a:chOff x="0" y="0"/>
            <a:chExt cx="52425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Necessidades: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4389120" y="6591300"/>
            <a:ext cx="37490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Visualizar relatórios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Observar dados para decisões estratégicas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765543" y="1633223"/>
            <a:ext cx="4323083" cy="8072123"/>
            <a:chOff x="0" y="0"/>
            <a:chExt cx="5764111" cy="107628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64022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5764022">
                  <a:moveTo>
                    <a:pt x="0" y="245237"/>
                  </a:moveTo>
                  <a:cubicBezTo>
                    <a:pt x="0" y="109855"/>
                    <a:pt x="109855" y="0"/>
                    <a:pt x="245237" y="0"/>
                  </a:cubicBezTo>
                  <a:lnTo>
                    <a:pt x="5518785" y="0"/>
                  </a:lnTo>
                  <a:cubicBezTo>
                    <a:pt x="5654294" y="0"/>
                    <a:pt x="5764022" y="109855"/>
                    <a:pt x="5764022" y="245237"/>
                  </a:cubicBezTo>
                  <a:lnTo>
                    <a:pt x="5764022" y="10517505"/>
                  </a:lnTo>
                  <a:cubicBezTo>
                    <a:pt x="5764022" y="10653014"/>
                    <a:pt x="5654167" y="10762742"/>
                    <a:pt x="5518785" y="10762742"/>
                  </a:cubicBezTo>
                  <a:lnTo>
                    <a:pt x="245237" y="10762742"/>
                  </a:lnTo>
                  <a:cubicBezTo>
                    <a:pt x="109855" y="10762869"/>
                    <a:pt x="0" y="10653014"/>
                    <a:pt x="0" y="10517505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778240" y="1828800"/>
            <a:ext cx="4297680" cy="1005840"/>
            <a:chOff x="0" y="0"/>
            <a:chExt cx="573024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30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14300"/>
              <a:ext cx="573024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◈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778240" y="2834640"/>
            <a:ext cx="4297680" cy="731520"/>
            <a:chOff x="0" y="0"/>
            <a:chExt cx="573024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573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948423" y="3590039"/>
            <a:ext cx="3957323" cy="61979"/>
            <a:chOff x="0" y="0"/>
            <a:chExt cx="5276431" cy="8263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76469" cy="82677"/>
            </a:xfrm>
            <a:custGeom>
              <a:avLst/>
              <a:gdLst/>
              <a:ahLst/>
              <a:cxnLst/>
              <a:rect r="r" b="b" t="t" l="l"/>
              <a:pathLst>
                <a:path h="82677" w="5276469">
                  <a:moveTo>
                    <a:pt x="0" y="0"/>
                  </a:moveTo>
                  <a:lnTo>
                    <a:pt x="5276469" y="0"/>
                  </a:lnTo>
                  <a:lnTo>
                    <a:pt x="52764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9052560" y="3756660"/>
            <a:ext cx="374904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Responsável pela administração do sistema e controle de estoque.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8961120" y="6035040"/>
            <a:ext cx="3931920" cy="548640"/>
            <a:chOff x="0" y="0"/>
            <a:chExt cx="524256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Necessidades: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052560" y="6591300"/>
            <a:ext cx="37490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Cadastrar e atualizar produtos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Identificar produtos mais/menos vendidos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Gerenciar usuários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428983" y="1633223"/>
            <a:ext cx="4323083" cy="8072123"/>
            <a:chOff x="0" y="0"/>
            <a:chExt cx="5764111" cy="107628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64022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5764022">
                  <a:moveTo>
                    <a:pt x="0" y="245237"/>
                  </a:moveTo>
                  <a:cubicBezTo>
                    <a:pt x="0" y="109855"/>
                    <a:pt x="109855" y="0"/>
                    <a:pt x="245237" y="0"/>
                  </a:cubicBezTo>
                  <a:lnTo>
                    <a:pt x="5518785" y="0"/>
                  </a:lnTo>
                  <a:cubicBezTo>
                    <a:pt x="5654294" y="0"/>
                    <a:pt x="5764022" y="109855"/>
                    <a:pt x="5764022" y="245237"/>
                  </a:cubicBezTo>
                  <a:lnTo>
                    <a:pt x="5764022" y="10517505"/>
                  </a:lnTo>
                  <a:cubicBezTo>
                    <a:pt x="5764022" y="10653014"/>
                    <a:pt x="5654167" y="10762742"/>
                    <a:pt x="5518785" y="10762742"/>
                  </a:cubicBezTo>
                  <a:lnTo>
                    <a:pt x="245237" y="10762742"/>
                  </a:lnTo>
                  <a:cubicBezTo>
                    <a:pt x="109855" y="10762869"/>
                    <a:pt x="0" y="10653014"/>
                    <a:pt x="0" y="10517505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3441680" y="1828800"/>
            <a:ext cx="4297680" cy="1005840"/>
            <a:chOff x="0" y="0"/>
            <a:chExt cx="5730240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302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14300"/>
              <a:ext cx="573024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◉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41680" y="2834640"/>
            <a:ext cx="4297680" cy="731520"/>
            <a:chOff x="0" y="0"/>
            <a:chExt cx="573024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573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Funcionário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611863" y="3590039"/>
            <a:ext cx="3957323" cy="61979"/>
            <a:chOff x="0" y="0"/>
            <a:chExt cx="5276431" cy="826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76469" cy="82677"/>
            </a:xfrm>
            <a:custGeom>
              <a:avLst/>
              <a:gdLst/>
              <a:ahLst/>
              <a:cxnLst/>
              <a:rect r="r" b="b" t="t" l="l"/>
              <a:pathLst>
                <a:path h="82677" w="5276469">
                  <a:moveTo>
                    <a:pt x="0" y="0"/>
                  </a:moveTo>
                  <a:lnTo>
                    <a:pt x="5276469" y="0"/>
                  </a:lnTo>
                  <a:lnTo>
                    <a:pt x="52764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13716000" y="3756660"/>
            <a:ext cx="374904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Responsável pelo registro das movimentações de produtos no sistema.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3624560" y="6035040"/>
            <a:ext cx="3931920" cy="548640"/>
            <a:chOff x="0" y="0"/>
            <a:chExt cx="524256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24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24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Necessidades: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3716000" y="6591300"/>
            <a:ext cx="374904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Registrar entrada de produtos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Registrar saída de produtos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· Consultar itens disponíveis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Personas &amp; Histórias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2697" y="4120391"/>
            <a:ext cx="3865883" cy="903227"/>
            <a:chOff x="0" y="0"/>
            <a:chExt cx="5154511" cy="12043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14800" y="1645920"/>
            <a:ext cx="8229600" cy="694944"/>
            <a:chOff x="0" y="0"/>
            <a:chExt cx="1097280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Funcionais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02103" y="2456183"/>
            <a:ext cx="8255003" cy="628907"/>
            <a:chOff x="0" y="0"/>
            <a:chExt cx="11006671" cy="83854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206240" y="2468880"/>
            <a:ext cx="1280160" cy="603504"/>
            <a:chOff x="0" y="0"/>
            <a:chExt cx="1706880" cy="8046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EEE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77840" y="2468880"/>
            <a:ext cx="6583680" cy="603504"/>
            <a:chOff x="0" y="0"/>
            <a:chExt cx="877824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Cadastro de produtos no estoque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02103" y="3132839"/>
            <a:ext cx="8255003" cy="628907"/>
            <a:chOff x="0" y="0"/>
            <a:chExt cx="11006671" cy="83854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206240" y="3145536"/>
            <a:ext cx="1280160" cy="603504"/>
            <a:chOff x="0" y="0"/>
            <a:chExt cx="17068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EEE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577840" y="3145536"/>
            <a:ext cx="6583680" cy="603504"/>
            <a:chOff x="0" y="0"/>
            <a:chExt cx="8778240" cy="8046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entrada de produtos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102103" y="3809495"/>
            <a:ext cx="8255003" cy="628907"/>
            <a:chOff x="0" y="0"/>
            <a:chExt cx="11006671" cy="8385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4206240" y="3822192"/>
            <a:ext cx="1280160" cy="603504"/>
            <a:chOff x="0" y="0"/>
            <a:chExt cx="1706880" cy="8046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EEE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577840" y="3822192"/>
            <a:ext cx="6583680" cy="603504"/>
            <a:chOff x="0" y="0"/>
            <a:chExt cx="8778240" cy="8046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saída de produtos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102103" y="4486151"/>
            <a:ext cx="8255003" cy="628907"/>
            <a:chOff x="0" y="0"/>
            <a:chExt cx="11006671" cy="83854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4206240" y="4498848"/>
            <a:ext cx="1280160" cy="603504"/>
            <a:chOff x="0" y="0"/>
            <a:chExt cx="1706880" cy="8046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EEE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577840" y="4498848"/>
            <a:ext cx="6583680" cy="603504"/>
            <a:chOff x="0" y="0"/>
            <a:chExt cx="8778240" cy="8046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Consultar disponibilidade por nome/categoria/código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102103" y="5162807"/>
            <a:ext cx="8255003" cy="628907"/>
            <a:chOff x="0" y="0"/>
            <a:chExt cx="11006671" cy="83854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4206240" y="5175504"/>
            <a:ext cx="1280160" cy="603504"/>
            <a:chOff x="0" y="0"/>
            <a:chExt cx="1706880" cy="8046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EEE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577840" y="5175504"/>
            <a:ext cx="6583680" cy="603504"/>
            <a:chOff x="0" y="0"/>
            <a:chExt cx="8778240" cy="8046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Alterar informações dos produtos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102103" y="5839463"/>
            <a:ext cx="8255003" cy="628907"/>
            <a:chOff x="0" y="0"/>
            <a:chExt cx="11006671" cy="8385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4206240" y="5852160"/>
            <a:ext cx="1280160" cy="603504"/>
            <a:chOff x="0" y="0"/>
            <a:chExt cx="1706880" cy="8046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EEE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577840" y="5852160"/>
            <a:ext cx="6583680" cy="603504"/>
            <a:chOff x="0" y="0"/>
            <a:chExt cx="8778240" cy="8046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por perfil de usuário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102103" y="6516119"/>
            <a:ext cx="8255003" cy="628907"/>
            <a:chOff x="0" y="0"/>
            <a:chExt cx="11006671" cy="83854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4206240" y="6528816"/>
            <a:ext cx="1280160" cy="603504"/>
            <a:chOff x="0" y="0"/>
            <a:chExt cx="1706880" cy="8046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RF-07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577840" y="6528816"/>
            <a:ext cx="6583680" cy="603504"/>
            <a:chOff x="0" y="0"/>
            <a:chExt cx="8778240" cy="80467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Gerenciamento de usuários pelo admin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4102103" y="7192775"/>
            <a:ext cx="8255003" cy="628907"/>
            <a:chOff x="0" y="0"/>
            <a:chExt cx="11006671" cy="83854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4206240" y="7205472"/>
            <a:ext cx="1280160" cy="603504"/>
            <a:chOff x="0" y="0"/>
            <a:chExt cx="1706880" cy="8046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RF-08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577840" y="7205472"/>
            <a:ext cx="6583680" cy="603504"/>
            <a:chOff x="0" y="0"/>
            <a:chExt cx="8778240" cy="8046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Cadastro de usuários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4102103" y="7869431"/>
            <a:ext cx="8255003" cy="628907"/>
            <a:chOff x="0" y="0"/>
            <a:chExt cx="11006671" cy="83854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4206240" y="7882128"/>
            <a:ext cx="1280160" cy="603504"/>
            <a:chOff x="0" y="0"/>
            <a:chExt cx="1706880" cy="8046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RF-09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577840" y="7882128"/>
            <a:ext cx="6583680" cy="603504"/>
            <a:chOff x="0" y="0"/>
            <a:chExt cx="8778240" cy="80467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Relatórios de movimentação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102103" y="8546087"/>
            <a:ext cx="8255003" cy="628907"/>
            <a:chOff x="0" y="0"/>
            <a:chExt cx="11006671" cy="83854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4206240" y="8558784"/>
            <a:ext cx="1280160" cy="603504"/>
            <a:chOff x="0" y="0"/>
            <a:chExt cx="1706880" cy="80467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555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RF-10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5577840" y="8558784"/>
            <a:ext cx="6583680" cy="603504"/>
            <a:chOff x="0" y="0"/>
            <a:chExt cx="8778240" cy="80467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Alertas de estoque mínimo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4102103" y="9222743"/>
            <a:ext cx="8255003" cy="628907"/>
            <a:chOff x="0" y="0"/>
            <a:chExt cx="11006671" cy="83854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006582" cy="838454"/>
            </a:xfrm>
            <a:custGeom>
              <a:avLst/>
              <a:gdLst/>
              <a:ahLst/>
              <a:cxnLst/>
              <a:rect r="r" b="b" t="t" l="l"/>
              <a:pathLst>
                <a:path h="838454" w="1100658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904982" y="0"/>
                  </a:lnTo>
                  <a:cubicBezTo>
                    <a:pt x="10961115" y="0"/>
                    <a:pt x="11006582" y="45466"/>
                    <a:pt x="11006582" y="101600"/>
                  </a:cubicBezTo>
                  <a:lnTo>
                    <a:pt x="11006582" y="736854"/>
                  </a:lnTo>
                  <a:cubicBezTo>
                    <a:pt x="11006582" y="792988"/>
                    <a:pt x="10961115" y="838454"/>
                    <a:pt x="10904982" y="838454"/>
                  </a:cubicBezTo>
                  <a:lnTo>
                    <a:pt x="101600" y="838454"/>
                  </a:lnTo>
                  <a:cubicBezTo>
                    <a:pt x="45466" y="838454"/>
                    <a:pt x="0" y="792988"/>
                    <a:pt x="0" y="736854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4206240" y="9235440"/>
            <a:ext cx="1280160" cy="603504"/>
            <a:chOff x="0" y="0"/>
            <a:chExt cx="1706880" cy="80467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706880" cy="804672"/>
            </a:xfrm>
            <a:custGeom>
              <a:avLst/>
              <a:gdLst/>
              <a:ahLst/>
              <a:cxnLst/>
              <a:rect r="r" b="b" t="t" l="l"/>
              <a:pathLst>
                <a:path h="80467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85" t="0" r="-10485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7068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555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RF-11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5577840" y="9235440"/>
            <a:ext cx="6583680" cy="603504"/>
            <a:chOff x="0" y="0"/>
            <a:chExt cx="8778240" cy="80467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778240" cy="804672"/>
            </a:xfrm>
            <a:custGeom>
              <a:avLst/>
              <a:gdLst/>
              <a:ahLst/>
              <a:cxnLst/>
              <a:rect r="r" b="b" t="t" l="l"/>
              <a:pathLst>
                <a:path h="8046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87782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Calculadora integrada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801600" y="1645920"/>
            <a:ext cx="4937760" cy="694944"/>
            <a:chOff x="0" y="0"/>
            <a:chExt cx="6583680" cy="92659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Não Funcionais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2788903" y="2456183"/>
            <a:ext cx="4963163" cy="866651"/>
            <a:chOff x="0" y="0"/>
            <a:chExt cx="6617551" cy="115553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893040" y="2487168"/>
            <a:ext cx="1280160" cy="804672"/>
            <a:chOff x="0" y="0"/>
            <a:chExt cx="1706880" cy="107289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RNF-01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228064" y="2487168"/>
            <a:ext cx="3383280" cy="804672"/>
            <a:chOff x="0" y="0"/>
            <a:chExt cx="4511040" cy="107289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Compatível com todos os navegadores web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2788903" y="3407159"/>
            <a:ext cx="4963163" cy="866651"/>
            <a:chOff x="0" y="0"/>
            <a:chExt cx="6617551" cy="115553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2893040" y="3438144"/>
            <a:ext cx="1280160" cy="804672"/>
            <a:chOff x="0" y="0"/>
            <a:chExt cx="1706880" cy="107289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RNF-02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4228064" y="3438144"/>
            <a:ext cx="3383280" cy="804672"/>
            <a:chOff x="0" y="0"/>
            <a:chExt cx="4511040" cy="107289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Integridade dos dados de estoque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2788903" y="4358135"/>
            <a:ext cx="4963163" cy="866651"/>
            <a:chOff x="0" y="0"/>
            <a:chExt cx="6617551" cy="115553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893040" y="4389120"/>
            <a:ext cx="1280160" cy="804672"/>
            <a:chOff x="0" y="0"/>
            <a:chExt cx="1706880" cy="107289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RNF-03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228064" y="4389120"/>
            <a:ext cx="3383280" cy="804672"/>
            <a:chOff x="0" y="0"/>
            <a:chExt cx="4511040" cy="107289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leve e com respostas rápidas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2788903" y="5309111"/>
            <a:ext cx="4963163" cy="866651"/>
            <a:chOff x="0" y="0"/>
            <a:chExt cx="6617551" cy="1155535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893040" y="5340096"/>
            <a:ext cx="1280160" cy="804672"/>
            <a:chOff x="0" y="0"/>
            <a:chExt cx="1706880" cy="107289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RNF-04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4228064" y="5340096"/>
            <a:ext cx="3383280" cy="804672"/>
            <a:chOff x="0" y="0"/>
            <a:chExt cx="4511040" cy="107289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Criptografia no armazenamento de senhas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788903" y="6260087"/>
            <a:ext cx="4963163" cy="866651"/>
            <a:chOff x="0" y="0"/>
            <a:chExt cx="6617551" cy="1155535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893040" y="6291072"/>
            <a:ext cx="1280160" cy="804672"/>
            <a:chOff x="0" y="0"/>
            <a:chExt cx="1706880" cy="107289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RNF-05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4228064" y="6291072"/>
            <a:ext cx="3383280" cy="804672"/>
            <a:chOff x="0" y="0"/>
            <a:chExt cx="4511040" cy="1072896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 intuitiva e funcional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2788903" y="7211063"/>
            <a:ext cx="4963163" cy="866651"/>
            <a:chOff x="0" y="0"/>
            <a:chExt cx="6617551" cy="1155535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12893040" y="7242048"/>
            <a:ext cx="1280160" cy="804672"/>
            <a:chOff x="0" y="0"/>
            <a:chExt cx="1706880" cy="107289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RNF-06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4228064" y="7242048"/>
            <a:ext cx="3383280" cy="804672"/>
            <a:chOff x="0" y="0"/>
            <a:chExt cx="4511040" cy="1072896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Identidade visual moderna e amigável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2788903" y="8162039"/>
            <a:ext cx="4963163" cy="866651"/>
            <a:chOff x="0" y="0"/>
            <a:chExt cx="6617551" cy="1155535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9" id="179"/>
          <p:cNvGrpSpPr/>
          <p:nvPr/>
        </p:nvGrpSpPr>
        <p:grpSpPr>
          <a:xfrm rot="0">
            <a:off x="12893040" y="8193024"/>
            <a:ext cx="1280160" cy="804672"/>
            <a:chOff x="0" y="0"/>
            <a:chExt cx="1706880" cy="107289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RNF-07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228064" y="8193024"/>
            <a:ext cx="3383280" cy="804672"/>
            <a:chOff x="0" y="0"/>
            <a:chExt cx="4511040" cy="1072896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Responsivo: desktop, tablet e smartphone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2788903" y="9113015"/>
            <a:ext cx="4963163" cy="866651"/>
            <a:chOff x="0" y="0"/>
            <a:chExt cx="6617551" cy="1155535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6617462" cy="1155446"/>
            </a:xfrm>
            <a:custGeom>
              <a:avLst/>
              <a:gdLst/>
              <a:ahLst/>
              <a:cxnLst/>
              <a:rect r="r" b="b" t="t" l="l"/>
              <a:pathLst>
                <a:path h="1155446" w="6617462">
                  <a:moveTo>
                    <a:pt x="0" y="100457"/>
                  </a:moveTo>
                  <a:cubicBezTo>
                    <a:pt x="0" y="44958"/>
                    <a:pt x="44958" y="0"/>
                    <a:pt x="100457" y="0"/>
                  </a:cubicBezTo>
                  <a:lnTo>
                    <a:pt x="6517005" y="0"/>
                  </a:lnTo>
                  <a:cubicBezTo>
                    <a:pt x="6572504" y="0"/>
                    <a:pt x="6617462" y="44958"/>
                    <a:pt x="6617462" y="100457"/>
                  </a:cubicBezTo>
                  <a:lnTo>
                    <a:pt x="6617462" y="1054989"/>
                  </a:lnTo>
                  <a:cubicBezTo>
                    <a:pt x="6617462" y="1110488"/>
                    <a:pt x="6572504" y="1155446"/>
                    <a:pt x="6517005" y="1155446"/>
                  </a:cubicBezTo>
                  <a:lnTo>
                    <a:pt x="100457" y="1155446"/>
                  </a:lnTo>
                  <a:cubicBezTo>
                    <a:pt x="44958" y="1155573"/>
                    <a:pt x="0" y="1110488"/>
                    <a:pt x="0" y="105498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87" id="187"/>
          <p:cNvGrpSpPr/>
          <p:nvPr/>
        </p:nvGrpSpPr>
        <p:grpSpPr>
          <a:xfrm rot="0">
            <a:off x="12893040" y="9144000"/>
            <a:ext cx="1280160" cy="804672"/>
            <a:chOff x="0" y="0"/>
            <a:chExt cx="1706880" cy="107289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706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28575"/>
              <a:ext cx="1706880" cy="110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RNF-08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4228064" y="9144000"/>
            <a:ext cx="3383280" cy="804672"/>
            <a:chOff x="0" y="0"/>
            <a:chExt cx="4511040" cy="1072896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511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5" r="0" b="-31925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38100"/>
              <a:ext cx="45110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Textos claros, objetivos e padronizados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Requisitos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2697" y="5162807"/>
            <a:ext cx="3865883" cy="903227"/>
            <a:chOff x="0" y="0"/>
            <a:chExt cx="5154511" cy="12043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&amp; User Flow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14800" y="1609344"/>
            <a:ext cx="13350240" cy="640080"/>
            <a:chOff x="0" y="0"/>
            <a:chExt cx="1780032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800320" cy="853440"/>
            </a:xfrm>
            <a:custGeom>
              <a:avLst/>
              <a:gdLst/>
              <a:ahLst/>
              <a:cxnLst/>
              <a:rect r="r" b="b" t="t" l="l"/>
              <a:pathLst>
                <a:path h="85344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402" r="0" b="-3564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78003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Estrutura das Telas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02103" y="2364743"/>
            <a:ext cx="3353819" cy="3646427"/>
            <a:chOff x="0" y="0"/>
            <a:chExt cx="4471759" cy="4861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266695" y="2529335"/>
            <a:ext cx="3024635" cy="2037083"/>
            <a:chOff x="0" y="0"/>
            <a:chExt cx="4032847" cy="2716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3"/>
              <a:stretch>
                <a:fillRect l="-9462" t="0" r="-9462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279392" y="4608576"/>
            <a:ext cx="2999232" cy="512064"/>
            <a:chOff x="0" y="0"/>
            <a:chExt cx="3998976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279392" y="5120640"/>
            <a:ext cx="2999232" cy="768096"/>
            <a:chOff x="0" y="0"/>
            <a:chExt cx="3998976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Autenticação com e-mail e senha. Redirecionamento por perfil.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503671" y="2364743"/>
            <a:ext cx="3353819" cy="3646427"/>
            <a:chOff x="0" y="0"/>
            <a:chExt cx="4471759" cy="48619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668263" y="2529335"/>
            <a:ext cx="3024635" cy="2037083"/>
            <a:chOff x="0" y="0"/>
            <a:chExt cx="4032847" cy="27161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4"/>
              <a:stretch>
                <a:fillRect l="-10039" t="0" r="-10039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680960" y="4608576"/>
            <a:ext cx="2999232" cy="512064"/>
            <a:chOff x="0" y="0"/>
            <a:chExt cx="3998976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680960" y="5120640"/>
            <a:ext cx="2999232" cy="768096"/>
            <a:chOff x="0" y="0"/>
            <a:chExt cx="3998976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Visão geral com indicadores principais e navegação.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05239" y="2364743"/>
            <a:ext cx="3353819" cy="3646427"/>
            <a:chOff x="0" y="0"/>
            <a:chExt cx="4471759" cy="48619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069831" y="2529335"/>
            <a:ext cx="3024635" cy="2037083"/>
            <a:chOff x="0" y="0"/>
            <a:chExt cx="4032847" cy="27161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5"/>
              <a:stretch>
                <a:fillRect l="-9768" t="0" r="-9768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082528" y="4608576"/>
            <a:ext cx="2999232" cy="512064"/>
            <a:chOff x="0" y="0"/>
            <a:chExt cx="3998976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Produtos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082528" y="5120640"/>
            <a:ext cx="2999232" cy="768096"/>
            <a:chOff x="0" y="0"/>
            <a:chExt cx="3998976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Lista de produtos cadastrados com busca e filtros.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306807" y="2364743"/>
            <a:ext cx="3353819" cy="3646427"/>
            <a:chOff x="0" y="0"/>
            <a:chExt cx="4471759" cy="486190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471399" y="2529335"/>
            <a:ext cx="3024635" cy="2037083"/>
            <a:chOff x="0" y="0"/>
            <a:chExt cx="4032847" cy="27161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6"/>
              <a:stretch>
                <a:fillRect l="-9632" t="0" r="-9632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484096" y="4608576"/>
            <a:ext cx="2999232" cy="512064"/>
            <a:chOff x="0" y="0"/>
            <a:chExt cx="3998976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Saída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484096" y="5120640"/>
            <a:ext cx="2999232" cy="768096"/>
            <a:chOff x="0" y="0"/>
            <a:chExt cx="3998976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Controle e registro de saída/movimentação de produtos.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102103" y="6077207"/>
            <a:ext cx="3353819" cy="3646427"/>
            <a:chOff x="0" y="0"/>
            <a:chExt cx="4471759" cy="486190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4266695" y="6241799"/>
            <a:ext cx="3024635" cy="2037083"/>
            <a:chOff x="0" y="0"/>
            <a:chExt cx="4032847" cy="27161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7"/>
              <a:stretch>
                <a:fillRect l="-9895" t="0" r="-9895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4279392" y="8321040"/>
            <a:ext cx="2999232" cy="512064"/>
            <a:chOff x="0" y="0"/>
            <a:chExt cx="3998976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Relatórios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4279392" y="8833104"/>
            <a:ext cx="2999232" cy="768096"/>
            <a:chOff x="0" y="0"/>
            <a:chExt cx="3998976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Visualização de movimentações e análises do estoque.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503671" y="6077207"/>
            <a:ext cx="3353819" cy="3646427"/>
            <a:chOff x="0" y="0"/>
            <a:chExt cx="4471759" cy="486190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7668263" y="6241799"/>
            <a:ext cx="3024635" cy="2037083"/>
            <a:chOff x="0" y="0"/>
            <a:chExt cx="4032847" cy="27161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8"/>
              <a:stretch>
                <a:fillRect l="-9895" t="0" r="-9895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7680960" y="8321040"/>
            <a:ext cx="2999232" cy="512064"/>
            <a:chOff x="0" y="0"/>
            <a:chExt cx="3998976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Usuários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680960" y="8833104"/>
            <a:ext cx="2999232" cy="768096"/>
            <a:chOff x="0" y="0"/>
            <a:chExt cx="3998976" cy="102412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Gerenciamento de usuários e perfis de acesso.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905239" y="6077207"/>
            <a:ext cx="3353819" cy="3646427"/>
            <a:chOff x="0" y="0"/>
            <a:chExt cx="4471759" cy="486190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069831" y="6241799"/>
            <a:ext cx="3024635" cy="2037083"/>
            <a:chOff x="0" y="0"/>
            <a:chExt cx="4032847" cy="27161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9"/>
              <a:stretch>
                <a:fillRect l="-9895" t="0" r="-9895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082528" y="8321040"/>
            <a:ext cx="2999232" cy="512064"/>
            <a:chOff x="0" y="0"/>
            <a:chExt cx="3998976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Calculadora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082528" y="8833104"/>
            <a:ext cx="2999232" cy="768096"/>
            <a:chOff x="0" y="0"/>
            <a:chExt cx="3998976" cy="10241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Ferramenta auxiliar para cálculos dentro do sistema.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306807" y="6077207"/>
            <a:ext cx="3353819" cy="3646427"/>
            <a:chOff x="0" y="0"/>
            <a:chExt cx="4471759" cy="486190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471797" cy="4861814"/>
            </a:xfrm>
            <a:custGeom>
              <a:avLst/>
              <a:gdLst/>
              <a:ahLst/>
              <a:cxnLst/>
              <a:rect r="r" b="b" t="t" l="l"/>
              <a:pathLst>
                <a:path h="4861814" w="4471797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250690" y="0"/>
                  </a:lnTo>
                  <a:cubicBezTo>
                    <a:pt x="4372864" y="0"/>
                    <a:pt x="4471797" y="99060"/>
                    <a:pt x="4471797" y="221107"/>
                  </a:cubicBezTo>
                  <a:lnTo>
                    <a:pt x="4471797" y="4640707"/>
                  </a:lnTo>
                  <a:cubicBezTo>
                    <a:pt x="4471797" y="4762881"/>
                    <a:pt x="4372737" y="4861814"/>
                    <a:pt x="4250690" y="4861814"/>
                  </a:cubicBezTo>
                  <a:lnTo>
                    <a:pt x="221107" y="4861814"/>
                  </a:lnTo>
                  <a:cubicBezTo>
                    <a:pt x="99060" y="4861941"/>
                    <a:pt x="0" y="4762881"/>
                    <a:pt x="0" y="46408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471399" y="6241799"/>
            <a:ext cx="3024635" cy="2037083"/>
            <a:chOff x="0" y="0"/>
            <a:chExt cx="4032847" cy="271611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32885" cy="2716149"/>
            </a:xfrm>
            <a:custGeom>
              <a:avLst/>
              <a:gdLst/>
              <a:ahLst/>
              <a:cxnLst/>
              <a:rect r="r" b="b" t="t" l="l"/>
              <a:pathLst>
                <a:path h="2716149" w="4032885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3909441" y="0"/>
                  </a:lnTo>
                  <a:cubicBezTo>
                    <a:pt x="3977640" y="0"/>
                    <a:pt x="4032885" y="55245"/>
                    <a:pt x="4032885" y="123444"/>
                  </a:cubicBezTo>
                  <a:lnTo>
                    <a:pt x="4032885" y="2592705"/>
                  </a:lnTo>
                  <a:cubicBezTo>
                    <a:pt x="4032885" y="2660904"/>
                    <a:pt x="3977640" y="2716149"/>
                    <a:pt x="3909441" y="2716149"/>
                  </a:cubicBezTo>
                  <a:lnTo>
                    <a:pt x="123444" y="2716149"/>
                  </a:lnTo>
                  <a:cubicBezTo>
                    <a:pt x="55245" y="2716149"/>
                    <a:pt x="0" y="2660904"/>
                    <a:pt x="0" y="2592705"/>
                  </a:cubicBezTo>
                  <a:close/>
                </a:path>
              </a:pathLst>
            </a:custGeom>
            <a:blipFill>
              <a:blip r:embed="rId10"/>
              <a:stretch>
                <a:fillRect l="-9895" t="0" r="-9895" b="0"/>
              </a:stretch>
            </a:blip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4484096" y="8321040"/>
            <a:ext cx="2999232" cy="512064"/>
            <a:chOff x="0" y="0"/>
            <a:chExt cx="3998976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998976" cy="682752"/>
            </a:xfrm>
            <a:custGeom>
              <a:avLst/>
              <a:gdLst/>
              <a:ahLst/>
              <a:cxnLst/>
              <a:rect r="r" b="b" t="t" l="l"/>
              <a:pathLst>
                <a:path h="682752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998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Configurações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484096" y="8833104"/>
            <a:ext cx="2999232" cy="768096"/>
            <a:chOff x="0" y="0"/>
            <a:chExt cx="3998976" cy="102412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99897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4" r="0" b="-2608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399897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Configurações gerais do sistema.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4102103" y="9771383"/>
            <a:ext cx="13467083" cy="574043"/>
            <a:chOff x="0" y="0"/>
            <a:chExt cx="17956111" cy="76539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7956022" cy="765302"/>
            </a:xfrm>
            <a:custGeom>
              <a:avLst/>
              <a:gdLst/>
              <a:ahLst/>
              <a:cxnLst/>
              <a:rect r="r" b="b" t="t" l="l"/>
              <a:pathLst>
                <a:path h="765302" w="1795602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17828513" y="0"/>
                  </a:lnTo>
                  <a:cubicBezTo>
                    <a:pt x="17898999" y="0"/>
                    <a:pt x="17956022" y="57150"/>
                    <a:pt x="17956022" y="127508"/>
                  </a:cubicBezTo>
                  <a:lnTo>
                    <a:pt x="17956022" y="637794"/>
                  </a:lnTo>
                  <a:cubicBezTo>
                    <a:pt x="17956022" y="708279"/>
                    <a:pt x="17898872" y="765302"/>
                    <a:pt x="17828513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4297680" y="9802368"/>
            <a:ext cx="13075920" cy="493776"/>
            <a:chOff x="0" y="0"/>
            <a:chExt cx="17434560" cy="65836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7434561" cy="658368"/>
            </a:xfrm>
            <a:custGeom>
              <a:avLst/>
              <a:gdLst/>
              <a:ahLst/>
              <a:cxnLst/>
              <a:rect r="r" b="b" t="t" l="l"/>
              <a:pathLst>
                <a:path h="658368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992" r="0" b="-46599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743456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Layout padrão: Sidebar de navegação (esq.) · Cabeçalho com título e perfil · Área de conteúdo principal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Interface &amp; User Flow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2697" y="6205223"/>
            <a:ext cx="3865883" cy="903227"/>
            <a:chOff x="0" y="0"/>
            <a:chExt cx="5154511" cy="12043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Desenvolvimento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Desenvolvimento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14800" y="1609344"/>
            <a:ext cx="13350240" cy="640080"/>
            <a:chOff x="0" y="0"/>
            <a:chExt cx="1780032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800320" cy="853440"/>
            </a:xfrm>
            <a:custGeom>
              <a:avLst/>
              <a:gdLst/>
              <a:ahLst/>
              <a:cxnLst/>
              <a:rect r="r" b="b" t="t" l="l"/>
              <a:pathLst>
                <a:path h="85344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402" r="0" b="-3564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78003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Tecnologias Utilizadas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02103" y="2328167"/>
            <a:ext cx="2494283" cy="903227"/>
            <a:chOff x="0" y="0"/>
            <a:chExt cx="3325711" cy="12043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25622" cy="1204214"/>
            </a:xfrm>
            <a:custGeom>
              <a:avLst/>
              <a:gdLst/>
              <a:ahLst/>
              <a:cxnLst/>
              <a:rect r="r" b="b" t="t" l="l"/>
              <a:pathLst>
                <a:path h="1204214" w="3325622">
                  <a:moveTo>
                    <a:pt x="0" y="200660"/>
                  </a:moveTo>
                  <a:cubicBezTo>
                    <a:pt x="0" y="89916"/>
                    <a:pt x="89916" y="0"/>
                    <a:pt x="200660" y="0"/>
                  </a:cubicBezTo>
                  <a:lnTo>
                    <a:pt x="3124962" y="0"/>
                  </a:lnTo>
                  <a:cubicBezTo>
                    <a:pt x="3235833" y="0"/>
                    <a:pt x="3325622" y="89916"/>
                    <a:pt x="3325622" y="200660"/>
                  </a:cubicBezTo>
                  <a:lnTo>
                    <a:pt x="3325622" y="1003554"/>
                  </a:lnTo>
                  <a:cubicBezTo>
                    <a:pt x="3325622" y="1114425"/>
                    <a:pt x="3235706" y="1204214"/>
                    <a:pt x="3124962" y="1204214"/>
                  </a:cubicBezTo>
                  <a:lnTo>
                    <a:pt x="200660" y="1204214"/>
                  </a:lnTo>
                  <a:cubicBezTo>
                    <a:pt x="89916" y="1204341"/>
                    <a:pt x="0" y="1114425"/>
                    <a:pt x="0" y="1003554"/>
                  </a:cubicBez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114800" y="2340864"/>
            <a:ext cx="2468880" cy="877824"/>
            <a:chOff x="0" y="0"/>
            <a:chExt cx="3291840" cy="1170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45303" y="2328167"/>
            <a:ext cx="2494283" cy="903227"/>
            <a:chOff x="0" y="0"/>
            <a:chExt cx="3325711" cy="12043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25622" cy="1204214"/>
            </a:xfrm>
            <a:custGeom>
              <a:avLst/>
              <a:gdLst/>
              <a:ahLst/>
              <a:cxnLst/>
              <a:rect r="r" b="b" t="t" l="l"/>
              <a:pathLst>
                <a:path h="1204214" w="3325622">
                  <a:moveTo>
                    <a:pt x="0" y="200660"/>
                  </a:moveTo>
                  <a:cubicBezTo>
                    <a:pt x="0" y="89916"/>
                    <a:pt x="89916" y="0"/>
                    <a:pt x="200660" y="0"/>
                  </a:cubicBezTo>
                  <a:lnTo>
                    <a:pt x="3124962" y="0"/>
                  </a:lnTo>
                  <a:cubicBezTo>
                    <a:pt x="3235833" y="0"/>
                    <a:pt x="3325622" y="89916"/>
                    <a:pt x="3325622" y="200660"/>
                  </a:cubicBezTo>
                  <a:lnTo>
                    <a:pt x="3325622" y="1003554"/>
                  </a:lnTo>
                  <a:cubicBezTo>
                    <a:pt x="3325622" y="1114425"/>
                    <a:pt x="3235706" y="1204214"/>
                    <a:pt x="3124962" y="1204214"/>
                  </a:cubicBezTo>
                  <a:lnTo>
                    <a:pt x="200660" y="1204214"/>
                  </a:lnTo>
                  <a:cubicBezTo>
                    <a:pt x="89916" y="1204341"/>
                    <a:pt x="0" y="1114425"/>
                    <a:pt x="0" y="1003554"/>
                  </a:cubicBez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58000" y="2340864"/>
            <a:ext cx="2468880" cy="877824"/>
            <a:chOff x="0" y="0"/>
            <a:chExt cx="3291840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CSS3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88503" y="2328167"/>
            <a:ext cx="2494283" cy="903227"/>
            <a:chOff x="0" y="0"/>
            <a:chExt cx="3325711" cy="12043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25622" cy="1204214"/>
            </a:xfrm>
            <a:custGeom>
              <a:avLst/>
              <a:gdLst/>
              <a:ahLst/>
              <a:cxnLst/>
              <a:rect r="r" b="b" t="t" l="l"/>
              <a:pathLst>
                <a:path h="1204214" w="3325622">
                  <a:moveTo>
                    <a:pt x="0" y="200660"/>
                  </a:moveTo>
                  <a:cubicBezTo>
                    <a:pt x="0" y="89916"/>
                    <a:pt x="89916" y="0"/>
                    <a:pt x="200660" y="0"/>
                  </a:cubicBezTo>
                  <a:lnTo>
                    <a:pt x="3124962" y="0"/>
                  </a:lnTo>
                  <a:cubicBezTo>
                    <a:pt x="3235833" y="0"/>
                    <a:pt x="3325622" y="89916"/>
                    <a:pt x="3325622" y="200660"/>
                  </a:cubicBezTo>
                  <a:lnTo>
                    <a:pt x="3325622" y="1003554"/>
                  </a:lnTo>
                  <a:cubicBezTo>
                    <a:pt x="3325622" y="1114425"/>
                    <a:pt x="3235706" y="1204214"/>
                    <a:pt x="3124962" y="1204214"/>
                  </a:cubicBezTo>
                  <a:lnTo>
                    <a:pt x="200660" y="1204214"/>
                  </a:lnTo>
                  <a:cubicBezTo>
                    <a:pt x="89916" y="1204341"/>
                    <a:pt x="0" y="1114425"/>
                    <a:pt x="0" y="1003554"/>
                  </a:cubicBez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0" y="2340864"/>
            <a:ext cx="2468880" cy="877824"/>
            <a:chOff x="0" y="0"/>
            <a:chExt cx="329184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JavaScript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31703" y="2328167"/>
            <a:ext cx="2494283" cy="903227"/>
            <a:chOff x="0" y="0"/>
            <a:chExt cx="3325711" cy="12043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25622" cy="1204214"/>
            </a:xfrm>
            <a:custGeom>
              <a:avLst/>
              <a:gdLst/>
              <a:ahLst/>
              <a:cxnLst/>
              <a:rect r="r" b="b" t="t" l="l"/>
              <a:pathLst>
                <a:path h="1204214" w="3325622">
                  <a:moveTo>
                    <a:pt x="0" y="200660"/>
                  </a:moveTo>
                  <a:cubicBezTo>
                    <a:pt x="0" y="89916"/>
                    <a:pt x="89916" y="0"/>
                    <a:pt x="200660" y="0"/>
                  </a:cubicBezTo>
                  <a:lnTo>
                    <a:pt x="3124962" y="0"/>
                  </a:lnTo>
                  <a:cubicBezTo>
                    <a:pt x="3235833" y="0"/>
                    <a:pt x="3325622" y="89916"/>
                    <a:pt x="3325622" y="200660"/>
                  </a:cubicBezTo>
                  <a:lnTo>
                    <a:pt x="3325622" y="1003554"/>
                  </a:lnTo>
                  <a:cubicBezTo>
                    <a:pt x="3325622" y="1114425"/>
                    <a:pt x="3235706" y="1204214"/>
                    <a:pt x="3124962" y="1204214"/>
                  </a:cubicBezTo>
                  <a:lnTo>
                    <a:pt x="200660" y="1204214"/>
                  </a:lnTo>
                  <a:cubicBezTo>
                    <a:pt x="89916" y="1204341"/>
                    <a:pt x="0" y="1114425"/>
                    <a:pt x="0" y="1003554"/>
                  </a:cubicBez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44400" y="2340864"/>
            <a:ext cx="2468880" cy="877824"/>
            <a:chOff x="0" y="0"/>
            <a:chExt cx="3291840" cy="11704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LocalStorage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074903" y="2328167"/>
            <a:ext cx="2494283" cy="903227"/>
            <a:chOff x="0" y="0"/>
            <a:chExt cx="3325711" cy="12043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25622" cy="1204214"/>
            </a:xfrm>
            <a:custGeom>
              <a:avLst/>
              <a:gdLst/>
              <a:ahLst/>
              <a:cxnLst/>
              <a:rect r="r" b="b" t="t" l="l"/>
              <a:pathLst>
                <a:path h="1204214" w="3325622">
                  <a:moveTo>
                    <a:pt x="0" y="200660"/>
                  </a:moveTo>
                  <a:cubicBezTo>
                    <a:pt x="0" y="89916"/>
                    <a:pt x="89916" y="0"/>
                    <a:pt x="200660" y="0"/>
                  </a:cubicBezTo>
                  <a:lnTo>
                    <a:pt x="3124962" y="0"/>
                  </a:lnTo>
                  <a:cubicBezTo>
                    <a:pt x="3235833" y="0"/>
                    <a:pt x="3325622" y="89916"/>
                    <a:pt x="3325622" y="200660"/>
                  </a:cubicBezTo>
                  <a:lnTo>
                    <a:pt x="3325622" y="1003554"/>
                  </a:lnTo>
                  <a:cubicBezTo>
                    <a:pt x="3325622" y="1114425"/>
                    <a:pt x="3235706" y="1204214"/>
                    <a:pt x="3124962" y="1204214"/>
                  </a:cubicBezTo>
                  <a:lnTo>
                    <a:pt x="200660" y="1204214"/>
                  </a:lnTo>
                  <a:cubicBezTo>
                    <a:pt x="89916" y="1204341"/>
                    <a:pt x="0" y="1114425"/>
                    <a:pt x="0" y="1003554"/>
                  </a:cubicBez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087600" y="2340864"/>
            <a:ext cx="2468880" cy="877824"/>
            <a:chOff x="0" y="0"/>
            <a:chExt cx="3291840" cy="11704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18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32918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Pages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114800" y="3474720"/>
            <a:ext cx="13350240" cy="640080"/>
            <a:chOff x="0" y="0"/>
            <a:chExt cx="1780032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800320" cy="853440"/>
            </a:xfrm>
            <a:custGeom>
              <a:avLst/>
              <a:gdLst/>
              <a:ahLst/>
              <a:cxnLst/>
              <a:rect r="r" b="b" t="t" l="l"/>
              <a:pathLst>
                <a:path h="85344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402" r="0" b="-35640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78003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Funcionalidades Implementadas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102103" y="4284983"/>
            <a:ext cx="13467083" cy="1214123"/>
            <a:chOff x="0" y="0"/>
            <a:chExt cx="17956111" cy="16188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9561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179561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17806670" y="0"/>
                  </a:lnTo>
                  <a:cubicBezTo>
                    <a:pt x="17889220" y="0"/>
                    <a:pt x="17956149" y="66929"/>
                    <a:pt x="17956149" y="149479"/>
                  </a:cubicBezTo>
                  <a:lnTo>
                    <a:pt x="17956149" y="1469390"/>
                  </a:lnTo>
                  <a:cubicBezTo>
                    <a:pt x="17956149" y="1551940"/>
                    <a:pt x="17889220" y="1618869"/>
                    <a:pt x="178066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4297680" y="4370832"/>
            <a:ext cx="2194560" cy="1042416"/>
            <a:chOff x="0" y="0"/>
            <a:chExt cx="2926080" cy="13898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1389888"/>
            </a:xfrm>
            <a:custGeom>
              <a:avLst/>
              <a:gdLst/>
              <a:ahLst/>
              <a:cxnLst/>
              <a:rect r="r" b="b" t="t" l="l"/>
              <a:pathLst>
                <a:path h="13898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92608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RF-01 / RF-05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583680" y="4370832"/>
            <a:ext cx="5486400" cy="548640"/>
            <a:chOff x="0" y="0"/>
            <a:chExt cx="731520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Cadastro e Edição de Produtos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83680" y="4937760"/>
            <a:ext cx="5486400" cy="457200"/>
            <a:chOff x="0" y="0"/>
            <a:chExt cx="731520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Maria · Gabriel Lana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161520" y="4370832"/>
            <a:ext cx="5212080" cy="1042416"/>
            <a:chOff x="0" y="0"/>
            <a:chExt cx="6949440" cy="13898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0" cy="1389888"/>
            </a:xfrm>
            <a:custGeom>
              <a:avLst/>
              <a:gdLst/>
              <a:ahLst/>
              <a:cxnLst/>
              <a:rect r="r" b="b" t="t" l="l"/>
              <a:pathLst>
                <a:path h="13898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94944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cadastrop.html, cadastrop.js, produtos.html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102103" y="5620007"/>
            <a:ext cx="13467083" cy="1214123"/>
            <a:chOff x="0" y="0"/>
            <a:chExt cx="17956111" cy="161883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9561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179561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17806670" y="0"/>
                  </a:lnTo>
                  <a:cubicBezTo>
                    <a:pt x="17889220" y="0"/>
                    <a:pt x="17956149" y="66929"/>
                    <a:pt x="17956149" y="149479"/>
                  </a:cubicBezTo>
                  <a:lnTo>
                    <a:pt x="17956149" y="1469390"/>
                  </a:lnTo>
                  <a:cubicBezTo>
                    <a:pt x="17956149" y="1551940"/>
                    <a:pt x="17889220" y="1618869"/>
                    <a:pt x="178066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4297680" y="5705856"/>
            <a:ext cx="2194560" cy="1042416"/>
            <a:chOff x="0" y="0"/>
            <a:chExt cx="2926080" cy="13898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26080" cy="1389888"/>
            </a:xfrm>
            <a:custGeom>
              <a:avLst/>
              <a:gdLst/>
              <a:ahLst/>
              <a:cxnLst/>
              <a:rect r="r" b="b" t="t" l="l"/>
              <a:pathLst>
                <a:path h="13898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92608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RF-06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583680" y="5705856"/>
            <a:ext cx="5486400" cy="548640"/>
            <a:chOff x="0" y="0"/>
            <a:chExt cx="731520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 por Perfil de Usuário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583680" y="6272784"/>
            <a:ext cx="5486400" cy="457200"/>
            <a:chOff x="0" y="0"/>
            <a:chExt cx="7315200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Gabriel Lana · Gabriel Yuri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161520" y="5705856"/>
            <a:ext cx="5212080" cy="1042416"/>
            <a:chOff x="0" y="0"/>
            <a:chExt cx="6949440" cy="13898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949440" cy="1389888"/>
            </a:xfrm>
            <a:custGeom>
              <a:avLst/>
              <a:gdLst/>
              <a:ahLst/>
              <a:cxnLst/>
              <a:rect r="r" b="b" t="t" l="l"/>
              <a:pathLst>
                <a:path h="13898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94944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login.html, login.js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4102103" y="6955031"/>
            <a:ext cx="13467083" cy="1214123"/>
            <a:chOff x="0" y="0"/>
            <a:chExt cx="17956111" cy="161883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9561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179561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17806670" y="0"/>
                  </a:lnTo>
                  <a:cubicBezTo>
                    <a:pt x="17889220" y="0"/>
                    <a:pt x="17956149" y="66929"/>
                    <a:pt x="17956149" y="149479"/>
                  </a:cubicBezTo>
                  <a:lnTo>
                    <a:pt x="17956149" y="1469390"/>
                  </a:lnTo>
                  <a:cubicBezTo>
                    <a:pt x="17956149" y="1551940"/>
                    <a:pt x="17889220" y="1618869"/>
                    <a:pt x="178066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4297680" y="7040880"/>
            <a:ext cx="2194560" cy="1042416"/>
            <a:chOff x="0" y="0"/>
            <a:chExt cx="2926080" cy="138988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26080" cy="1389888"/>
            </a:xfrm>
            <a:custGeom>
              <a:avLst/>
              <a:gdLst/>
              <a:ahLst/>
              <a:cxnLst/>
              <a:rect r="r" b="b" t="t" l="l"/>
              <a:pathLst>
                <a:path h="13898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92608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RF-07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583680" y="7040880"/>
            <a:ext cx="5486400" cy="548640"/>
            <a:chOff x="0" y="0"/>
            <a:chExt cx="731520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Gerenciamento de Usuários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583680" y="7607808"/>
            <a:ext cx="5486400" cy="457200"/>
            <a:chOff x="0" y="0"/>
            <a:chExt cx="7315200" cy="609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Samuel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161520" y="7040880"/>
            <a:ext cx="5212080" cy="1042416"/>
            <a:chOff x="0" y="0"/>
            <a:chExt cx="6949440" cy="138988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949440" cy="1389888"/>
            </a:xfrm>
            <a:custGeom>
              <a:avLst/>
              <a:gdLst/>
              <a:ahLst/>
              <a:cxnLst/>
              <a:rect r="r" b="b" t="t" l="l"/>
              <a:pathLst>
                <a:path h="13898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94944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usuarios.html, usuarios.js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102103" y="8290055"/>
            <a:ext cx="13467083" cy="1214123"/>
            <a:chOff x="0" y="0"/>
            <a:chExt cx="17956111" cy="161883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9561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179561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17806670" y="0"/>
                  </a:lnTo>
                  <a:cubicBezTo>
                    <a:pt x="17889220" y="0"/>
                    <a:pt x="17956149" y="66929"/>
                    <a:pt x="17956149" y="149479"/>
                  </a:cubicBezTo>
                  <a:lnTo>
                    <a:pt x="17956149" y="1469390"/>
                  </a:lnTo>
                  <a:cubicBezTo>
                    <a:pt x="17956149" y="1551940"/>
                    <a:pt x="17889220" y="1618869"/>
                    <a:pt x="178066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4297680" y="8375904"/>
            <a:ext cx="2194560" cy="1042416"/>
            <a:chOff x="0" y="0"/>
            <a:chExt cx="2926080" cy="13898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26080" cy="1389888"/>
            </a:xfrm>
            <a:custGeom>
              <a:avLst/>
              <a:gdLst/>
              <a:ahLst/>
              <a:cxnLst/>
              <a:rect r="r" b="b" t="t" l="l"/>
              <a:pathLst>
                <a:path h="13898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92608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RF-08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583680" y="8375904"/>
            <a:ext cx="5486400" cy="548640"/>
            <a:chOff x="0" y="0"/>
            <a:chExt cx="7315200" cy="7315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Cadastro de Usuários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583680" y="8942832"/>
            <a:ext cx="5486400" cy="457200"/>
            <a:chOff x="0" y="0"/>
            <a:chExt cx="7315200" cy="6096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Gabriel Yuri · Samuel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161520" y="8375904"/>
            <a:ext cx="5212080" cy="1042416"/>
            <a:chOff x="0" y="0"/>
            <a:chExt cx="6949440" cy="13898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949440" cy="1389888"/>
            </a:xfrm>
            <a:custGeom>
              <a:avLst/>
              <a:gdLst/>
              <a:ahLst/>
              <a:cxnLst/>
              <a:rect r="r" b="b" t="t" l="l"/>
              <a:pathLst>
                <a:path h="13898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949440" cy="1427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cadastro.html, cadastro.js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Desenvolvimento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12697" y="7247639"/>
            <a:ext cx="3865883" cy="903227"/>
            <a:chOff x="0" y="0"/>
            <a:chExt cx="5154511" cy="12043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Testes de Software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02103" y="1596647"/>
            <a:ext cx="3170939" cy="1671323"/>
            <a:chOff x="0" y="0"/>
            <a:chExt cx="4227919" cy="22284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27957" cy="2228469"/>
            </a:xfrm>
            <a:custGeom>
              <a:avLst/>
              <a:gdLst/>
              <a:ahLst/>
              <a:cxnLst/>
              <a:rect r="r" b="b" t="t" l="l"/>
              <a:pathLst>
                <a:path h="2228469" w="4227957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3980307" y="0"/>
                  </a:lnTo>
                  <a:cubicBezTo>
                    <a:pt x="4117086" y="0"/>
                    <a:pt x="4227957" y="110871"/>
                    <a:pt x="4227957" y="247650"/>
                  </a:cubicBezTo>
                  <a:lnTo>
                    <a:pt x="4227957" y="1980819"/>
                  </a:lnTo>
                  <a:cubicBezTo>
                    <a:pt x="4227957" y="2117598"/>
                    <a:pt x="4117086" y="2228469"/>
                    <a:pt x="3980307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114800" y="1682496"/>
            <a:ext cx="3145536" cy="877824"/>
            <a:chOff x="0" y="0"/>
            <a:chExt cx="4194048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940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4194048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114800" y="2468880"/>
            <a:ext cx="3145536" cy="548640"/>
            <a:chOff x="0" y="0"/>
            <a:chExt cx="4194048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Casos de Teste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40247" y="1596647"/>
            <a:ext cx="3170939" cy="1671323"/>
            <a:chOff x="0" y="0"/>
            <a:chExt cx="4227919" cy="222843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27957" cy="2228469"/>
            </a:xfrm>
            <a:custGeom>
              <a:avLst/>
              <a:gdLst/>
              <a:ahLst/>
              <a:cxnLst/>
              <a:rect r="r" b="b" t="t" l="l"/>
              <a:pathLst>
                <a:path h="2228469" w="4227957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3980307" y="0"/>
                  </a:lnTo>
                  <a:cubicBezTo>
                    <a:pt x="4117086" y="0"/>
                    <a:pt x="4227957" y="110871"/>
                    <a:pt x="4227957" y="247650"/>
                  </a:cubicBezTo>
                  <a:lnTo>
                    <a:pt x="4227957" y="1980819"/>
                  </a:lnTo>
                  <a:cubicBezTo>
                    <a:pt x="4227957" y="2117598"/>
                    <a:pt x="4117086" y="2228469"/>
                    <a:pt x="3980307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552944" y="1682496"/>
            <a:ext cx="3145536" cy="877824"/>
            <a:chOff x="0" y="0"/>
            <a:chExt cx="4194048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940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4194048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552944" y="2468880"/>
            <a:ext cx="3145536" cy="548640"/>
            <a:chOff x="0" y="0"/>
            <a:chExt cx="4194048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 Implementados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78391" y="1596647"/>
            <a:ext cx="3170939" cy="1671323"/>
            <a:chOff x="0" y="0"/>
            <a:chExt cx="4227919" cy="22284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27957" cy="2228469"/>
            </a:xfrm>
            <a:custGeom>
              <a:avLst/>
              <a:gdLst/>
              <a:ahLst/>
              <a:cxnLst/>
              <a:rect r="r" b="b" t="t" l="l"/>
              <a:pathLst>
                <a:path h="2228469" w="4227957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3980307" y="0"/>
                  </a:lnTo>
                  <a:cubicBezTo>
                    <a:pt x="4117086" y="0"/>
                    <a:pt x="4227957" y="110871"/>
                    <a:pt x="4227957" y="247650"/>
                  </a:cubicBezTo>
                  <a:lnTo>
                    <a:pt x="4227957" y="1980819"/>
                  </a:lnTo>
                  <a:cubicBezTo>
                    <a:pt x="4227957" y="2117598"/>
                    <a:pt x="4117086" y="2228469"/>
                    <a:pt x="3980307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991088" y="1682496"/>
            <a:ext cx="3145536" cy="877824"/>
            <a:chOff x="0" y="0"/>
            <a:chExt cx="4194048" cy="11704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940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4194048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91088" y="2468880"/>
            <a:ext cx="3145536" cy="548640"/>
            <a:chOff x="0" y="0"/>
            <a:chExt cx="4194048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Taxa de Sucesso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416535" y="1596647"/>
            <a:ext cx="3170939" cy="1671323"/>
            <a:chOff x="0" y="0"/>
            <a:chExt cx="4227919" cy="22284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27957" cy="2228469"/>
            </a:xfrm>
            <a:custGeom>
              <a:avLst/>
              <a:gdLst/>
              <a:ahLst/>
              <a:cxnLst/>
              <a:rect r="r" b="b" t="t" l="l"/>
              <a:pathLst>
                <a:path h="2228469" w="4227957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3980307" y="0"/>
                  </a:lnTo>
                  <a:cubicBezTo>
                    <a:pt x="4117086" y="0"/>
                    <a:pt x="4227957" y="110871"/>
                    <a:pt x="4227957" y="247650"/>
                  </a:cubicBezTo>
                  <a:lnTo>
                    <a:pt x="4227957" y="1980819"/>
                  </a:lnTo>
                  <a:cubicBezTo>
                    <a:pt x="4227957" y="2117598"/>
                    <a:pt x="4117086" y="2228469"/>
                    <a:pt x="3980307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429232" y="1682496"/>
            <a:ext cx="3145536" cy="877824"/>
            <a:chOff x="0" y="0"/>
            <a:chExt cx="4194048" cy="11704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940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76200"/>
              <a:ext cx="4194048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Caixa Preta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429232" y="2468880"/>
            <a:ext cx="3145536" cy="548640"/>
            <a:chOff x="0" y="0"/>
            <a:chExt cx="4194048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94048" cy="731520"/>
            </a:xfrm>
            <a:custGeom>
              <a:avLst/>
              <a:gdLst/>
              <a:ahLst/>
              <a:cxnLst/>
              <a:rect r="r" b="b" t="t" l="l"/>
              <a:pathLst>
                <a:path h="7315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1940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Metodologia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114800" y="3438144"/>
            <a:ext cx="13350240" cy="640080"/>
            <a:chOff x="0" y="0"/>
            <a:chExt cx="1780032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800320" cy="853440"/>
            </a:xfrm>
            <a:custGeom>
              <a:avLst/>
              <a:gdLst/>
              <a:ahLst/>
              <a:cxnLst/>
              <a:rect r="r" b="b" t="t" l="l"/>
              <a:pathLst>
                <a:path h="85344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402" r="0" b="-3564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78003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Plano de Testes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102103" y="4156967"/>
            <a:ext cx="13467083" cy="628907"/>
            <a:chOff x="0" y="0"/>
            <a:chExt cx="17956111" cy="83854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956149" cy="838581"/>
            </a:xfrm>
            <a:custGeom>
              <a:avLst/>
              <a:gdLst/>
              <a:ahLst/>
              <a:cxnLst/>
              <a:rect r="r" b="b" t="t" l="l"/>
              <a:pathLst>
                <a:path h="838581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38581"/>
                  </a:lnTo>
                  <a:lnTo>
                    <a:pt x="0" y="83858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4206240" y="4206240"/>
            <a:ext cx="1097280" cy="512064"/>
            <a:chOff x="0" y="0"/>
            <a:chExt cx="146304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463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394960" y="4206240"/>
            <a:ext cx="4023360" cy="512064"/>
            <a:chOff x="0" y="0"/>
            <a:chExt cx="536448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Descrição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509760" y="4206240"/>
            <a:ext cx="1188720" cy="512064"/>
            <a:chOff x="0" y="0"/>
            <a:chExt cx="1584960" cy="682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84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9" t="0" r="-526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584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789920" y="4206240"/>
            <a:ext cx="6583680" cy="512064"/>
            <a:chOff x="0" y="0"/>
            <a:chExt cx="877824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778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 Esperado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4102103" y="4778759"/>
            <a:ext cx="13467083" cy="647195"/>
            <a:chOff x="0" y="0"/>
            <a:chExt cx="17956111" cy="86292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61616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4206240" y="4791456"/>
            <a:ext cx="1097280" cy="621792"/>
            <a:chOff x="0" y="0"/>
            <a:chExt cx="1463040" cy="8290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394960" y="4791456"/>
            <a:ext cx="4023360" cy="621792"/>
            <a:chOff x="0" y="0"/>
            <a:chExt cx="5364480" cy="8290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de Usuário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09760" y="4791456"/>
            <a:ext cx="1188720" cy="621792"/>
            <a:chOff x="0" y="0"/>
            <a:chExt cx="1584960" cy="8290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789920" y="4791456"/>
            <a:ext cx="6583680" cy="621792"/>
            <a:chOff x="0" y="0"/>
            <a:chExt cx="8778240" cy="8290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Usuário autenticado e redirecionado por perfil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102103" y="5437127"/>
            <a:ext cx="13467083" cy="647195"/>
            <a:chOff x="0" y="0"/>
            <a:chExt cx="17956111" cy="86292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4206240" y="5449824"/>
            <a:ext cx="1097280" cy="621792"/>
            <a:chOff x="0" y="0"/>
            <a:chExt cx="1463040" cy="8290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CT-02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394960" y="5449824"/>
            <a:ext cx="4023360" cy="621792"/>
            <a:chOff x="0" y="0"/>
            <a:chExt cx="5364480" cy="82905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Cadastro de Usuário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509760" y="5449824"/>
            <a:ext cx="1188720" cy="621792"/>
            <a:chOff x="0" y="0"/>
            <a:chExt cx="1584960" cy="82905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RF-08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789920" y="5449824"/>
            <a:ext cx="6583680" cy="621792"/>
            <a:chOff x="0" y="0"/>
            <a:chExt cx="8778240" cy="8290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Novo usuário criado e disponível no sistema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4102103" y="6095495"/>
            <a:ext cx="13467083" cy="647195"/>
            <a:chOff x="0" y="0"/>
            <a:chExt cx="17956111" cy="86292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61616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4206240" y="6108192"/>
            <a:ext cx="1097280" cy="621792"/>
            <a:chOff x="0" y="0"/>
            <a:chExt cx="1463040" cy="82905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394960" y="6108192"/>
            <a:ext cx="4023360" cy="621792"/>
            <a:chOff x="0" y="0"/>
            <a:chExt cx="5364480" cy="8290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Cadastro de Produto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509760" y="6108192"/>
            <a:ext cx="1188720" cy="621792"/>
            <a:chOff x="0" y="0"/>
            <a:chExt cx="1584960" cy="82905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RF-01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789920" y="6108192"/>
            <a:ext cx="6583680" cy="621792"/>
            <a:chOff x="0" y="0"/>
            <a:chExt cx="8778240" cy="82905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Produto cadastrado e exibido na listagem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4102103" y="6753863"/>
            <a:ext cx="13467083" cy="647195"/>
            <a:chOff x="0" y="0"/>
            <a:chExt cx="17956111" cy="862927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4206240" y="6766560"/>
            <a:ext cx="1097280" cy="621792"/>
            <a:chOff x="0" y="0"/>
            <a:chExt cx="1463040" cy="82905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CT-04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394960" y="6766560"/>
            <a:ext cx="4023360" cy="621792"/>
            <a:chOff x="0" y="0"/>
            <a:chExt cx="5364480" cy="82905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Edição de Produto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509760" y="6766560"/>
            <a:ext cx="1188720" cy="621792"/>
            <a:chOff x="0" y="0"/>
            <a:chExt cx="1584960" cy="82905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RF-05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789920" y="6766560"/>
            <a:ext cx="6583680" cy="621792"/>
            <a:chOff x="0" y="0"/>
            <a:chExt cx="8778240" cy="8290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Informações do produto atualizadas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4102103" y="7412231"/>
            <a:ext cx="13467083" cy="647195"/>
            <a:chOff x="0" y="0"/>
            <a:chExt cx="17956111" cy="86292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61616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4206240" y="7424928"/>
            <a:ext cx="1097280" cy="621792"/>
            <a:chOff x="0" y="0"/>
            <a:chExt cx="1463040" cy="82905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CT-05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5394960" y="7424928"/>
            <a:ext cx="4023360" cy="621792"/>
            <a:chOff x="0" y="0"/>
            <a:chExt cx="5364480" cy="82905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Entrada de Produtos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509760" y="7424928"/>
            <a:ext cx="1188720" cy="621792"/>
            <a:chOff x="0" y="0"/>
            <a:chExt cx="1584960" cy="82905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RF-02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0789920" y="7424928"/>
            <a:ext cx="6583680" cy="621792"/>
            <a:chOff x="0" y="0"/>
            <a:chExt cx="8778240" cy="82905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Quantidade incrementada no estoque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4102103" y="8070599"/>
            <a:ext cx="13467083" cy="647195"/>
            <a:chOff x="0" y="0"/>
            <a:chExt cx="17956111" cy="86292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4206240" y="8083296"/>
            <a:ext cx="1097280" cy="621792"/>
            <a:chOff x="0" y="0"/>
            <a:chExt cx="1463040" cy="82905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CT-06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5394960" y="8083296"/>
            <a:ext cx="4023360" cy="621792"/>
            <a:chOff x="0" y="0"/>
            <a:chExt cx="5364480" cy="82905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Saída de Produtos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9509760" y="8083296"/>
            <a:ext cx="1188720" cy="621792"/>
            <a:chOff x="0" y="0"/>
            <a:chExt cx="1584960" cy="82905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RF-03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0789920" y="8083296"/>
            <a:ext cx="6583680" cy="621792"/>
            <a:chOff x="0" y="0"/>
            <a:chExt cx="8778240" cy="82905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Quantidade decrementada no estoque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4102103" y="8728967"/>
            <a:ext cx="13467083" cy="647195"/>
            <a:chOff x="0" y="0"/>
            <a:chExt cx="17956111" cy="86292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61616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4206240" y="8741664"/>
            <a:ext cx="1097280" cy="621792"/>
            <a:chOff x="0" y="0"/>
            <a:chExt cx="1463040" cy="8290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CT-07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5394960" y="8741664"/>
            <a:ext cx="4023360" cy="621792"/>
            <a:chOff x="0" y="0"/>
            <a:chExt cx="5364480" cy="8290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 de Produto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509760" y="8741664"/>
            <a:ext cx="1188720" cy="621792"/>
            <a:chOff x="0" y="0"/>
            <a:chExt cx="1584960" cy="82905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RF-04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0789920" y="8741664"/>
            <a:ext cx="6583680" cy="621792"/>
            <a:chOff x="0" y="0"/>
            <a:chExt cx="8778240" cy="82905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Produtos exibidos conforme busca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4102103" y="9387335"/>
            <a:ext cx="13467083" cy="647195"/>
            <a:chOff x="0" y="0"/>
            <a:chExt cx="17956111" cy="862927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7956149" cy="862965"/>
            </a:xfrm>
            <a:custGeom>
              <a:avLst/>
              <a:gdLst/>
              <a:ahLst/>
              <a:cxnLst/>
              <a:rect r="r" b="b" t="t" l="l"/>
              <a:pathLst>
                <a:path h="862965" w="17956149">
                  <a:moveTo>
                    <a:pt x="0" y="0"/>
                  </a:moveTo>
                  <a:lnTo>
                    <a:pt x="17956149" y="0"/>
                  </a:lnTo>
                  <a:lnTo>
                    <a:pt x="17956149" y="862965"/>
                  </a:lnTo>
                  <a:lnTo>
                    <a:pt x="0" y="862965"/>
                  </a:lnTo>
                  <a:close/>
                </a:path>
              </a:pathLst>
            </a:custGeom>
            <a:solidFill>
              <a:srgbClr val="1E1E1E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84" id="184"/>
          <p:cNvGrpSpPr/>
          <p:nvPr/>
        </p:nvGrpSpPr>
        <p:grpSpPr>
          <a:xfrm rot="0">
            <a:off x="4206240" y="9400032"/>
            <a:ext cx="1097280" cy="621792"/>
            <a:chOff x="0" y="0"/>
            <a:chExt cx="1463040" cy="829056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463040" cy="829056"/>
            </a:xfrm>
            <a:custGeom>
              <a:avLst/>
              <a:gdLst/>
              <a:ahLst/>
              <a:cxnLst/>
              <a:rect r="r" b="b" t="t" l="l"/>
              <a:pathLst>
                <a:path h="82905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05" t="0" r="-22705" b="0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14630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9A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CT-08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5394960" y="9400032"/>
            <a:ext cx="4023360" cy="621792"/>
            <a:chOff x="0" y="0"/>
            <a:chExt cx="5364480" cy="82905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364480" cy="829056"/>
            </a:xfrm>
            <a:custGeom>
              <a:avLst/>
              <a:gdLst/>
              <a:ahLst/>
              <a:cxnLst/>
              <a:rect r="r" b="b" t="t" l="l"/>
              <a:pathLst>
                <a:path h="82905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53644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Gerenciar Usuários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9509760" y="9400032"/>
            <a:ext cx="1188720" cy="621792"/>
            <a:chOff x="0" y="0"/>
            <a:chExt cx="1584960" cy="829056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1584960" cy="829056"/>
            </a:xfrm>
            <a:custGeom>
              <a:avLst/>
              <a:gdLst/>
              <a:ahLst/>
              <a:cxnLst/>
              <a:rect r="r" b="b" t="t" l="l"/>
              <a:pathLst>
                <a:path h="82905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12" t="0" r="-17112" b="0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38100"/>
              <a:ext cx="158496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RF-07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0789920" y="9400032"/>
            <a:ext cx="6583680" cy="621792"/>
            <a:chOff x="0" y="0"/>
            <a:chExt cx="8778240" cy="829056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38100"/>
              <a:ext cx="8778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Alterações aplicadas na listagem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Testes de Software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865883" cy="10312403"/>
            <a:chOff x="0" y="0"/>
            <a:chExt cx="51545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45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1060704"/>
            <a:ext cx="3474720" cy="731520"/>
            <a:chOff x="0" y="0"/>
            <a:chExt cx="463296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880" y="2103120"/>
            <a:ext cx="3474720" cy="731520"/>
            <a:chOff x="0" y="0"/>
            <a:chExt cx="46329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&amp; Objetivos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" y="3145536"/>
            <a:ext cx="3474720" cy="731520"/>
            <a:chOff x="0" y="0"/>
            <a:chExt cx="463296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" y="4187952"/>
            <a:ext cx="3474720" cy="731520"/>
            <a:chOff x="0" y="0"/>
            <a:chExt cx="463296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Requisitos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2880" y="5230368"/>
            <a:ext cx="3474720" cy="731520"/>
            <a:chOff x="0" y="0"/>
            <a:chExt cx="46329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2880" y="6272784"/>
            <a:ext cx="3474720" cy="731520"/>
            <a:chOff x="0" y="0"/>
            <a:chExt cx="46329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2880" y="7315200"/>
            <a:ext cx="3474720" cy="731520"/>
            <a:chOff x="0" y="0"/>
            <a:chExt cx="46329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2697" y="8290055"/>
            <a:ext cx="3865883" cy="903227"/>
            <a:chOff x="0" y="0"/>
            <a:chExt cx="5154511" cy="12043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45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82880" y="8357616"/>
            <a:ext cx="3474720" cy="731520"/>
            <a:chOff x="0" y="0"/>
            <a:chExt cx="46329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32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14800" y="402336"/>
            <a:ext cx="13350240" cy="914400"/>
            <a:chOff x="0" y="0"/>
            <a:chExt cx="1780032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780032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10663" y="1413767"/>
            <a:ext cx="13558523" cy="61979"/>
            <a:chOff x="0" y="0"/>
            <a:chExt cx="18078031" cy="826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78069" cy="82677"/>
            </a:xfrm>
            <a:custGeom>
              <a:avLst/>
              <a:gdLst/>
              <a:ahLst/>
              <a:cxnLst/>
              <a:rect r="r" b="b" t="t" l="l"/>
              <a:pathLst>
                <a:path h="82677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102103" y="1633223"/>
            <a:ext cx="13467083" cy="2037083"/>
            <a:chOff x="0" y="0"/>
            <a:chExt cx="17956111" cy="2716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956023" cy="2716022"/>
            </a:xfrm>
            <a:custGeom>
              <a:avLst/>
              <a:gdLst/>
              <a:ahLst/>
              <a:cxnLst/>
              <a:rect r="r" b="b" t="t" l="l"/>
              <a:pathLst>
                <a:path h="2716022" w="17956023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7709135" y="0"/>
                  </a:lnTo>
                  <a:cubicBezTo>
                    <a:pt x="17845532" y="0"/>
                    <a:pt x="17956023" y="110490"/>
                    <a:pt x="17956023" y="246888"/>
                  </a:cubicBezTo>
                  <a:lnTo>
                    <a:pt x="17956023" y="2469134"/>
                  </a:lnTo>
                  <a:cubicBezTo>
                    <a:pt x="17956023" y="2605532"/>
                    <a:pt x="17845532" y="2716022"/>
                    <a:pt x="17709135" y="2716022"/>
                  </a:cubicBezTo>
                  <a:lnTo>
                    <a:pt x="246888" y="2716022"/>
                  </a:lnTo>
                  <a:cubicBezTo>
                    <a:pt x="110490" y="2716149"/>
                    <a:pt x="0" y="2605532"/>
                    <a:pt x="0" y="2469134"/>
                  </a:cubicBezTo>
                  <a:close/>
                </a:path>
              </a:pathLst>
            </a:custGeom>
            <a:solidFill>
              <a:srgbClr val="1A1A1A"/>
            </a:solidFill>
            <a:ln w="25400" cap="sq">
              <a:solidFill>
                <a:srgbClr val="2E2E2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389120" y="1773936"/>
            <a:ext cx="12893040" cy="1737360"/>
            <a:chOff x="0" y="0"/>
            <a:chExt cx="17190720" cy="2316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1907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9" r="0" b="-945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719072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sistema de Controle de Estoque foi desenvolvido com sucesso, atendendo os principais requisitos levantados. A aplicação web permite que pequenos estabelecimentos gerenciem seu estoque de forma organizada, segura e intuitiva, contribuindo para a redução de erros e melhoria da tomada de decisão.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114800" y="3840480"/>
            <a:ext cx="6400800" cy="640080"/>
            <a:chOff x="0" y="0"/>
            <a:chExt cx="85344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5344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Alcançados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206240" y="4579620"/>
            <a:ext cx="6217920" cy="451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✓  5 requisitos funcionais implementados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✓  8 casos de teste planejados e executados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✓  Sistema com login por perfil de usuário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✓  Interface responsiva e intuitiva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✓  Hospedagem via GitHub Pages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972800" y="3840480"/>
            <a:ext cx="6583680" cy="640080"/>
            <a:chOff x="0" y="0"/>
            <a:chExt cx="87782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Trabalhos Futuros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064240" y="4579620"/>
            <a:ext cx="6400800" cy="451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 Relatórios de movimentação (RF-09)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 Alertas de estoque mínimo (RF-10)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 Integração com banco de dados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 Módulo de descontos (RF-12)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→  Aplicativo mobile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Conclusão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1520" y="9601200"/>
            <a:ext cx="16824960" cy="457200"/>
            <a:chOff x="0" y="0"/>
            <a:chExt cx="2243328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33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049" r="0" b="-66704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24332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PUC Minas · Sistemas de Informação · 2026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468880"/>
            <a:ext cx="16824960" cy="2011680"/>
            <a:chOff x="0" y="0"/>
            <a:chExt cx="22433280" cy="2682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965" r="0" b="-112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57175"/>
              <a:ext cx="22433280" cy="2939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0"/>
                </a:lnSpc>
              </a:pPr>
              <a:r>
                <a:rPr lang="en-US" sz="12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Obrigado!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4650743"/>
            <a:ext cx="16850363" cy="61979"/>
            <a:chOff x="0" y="0"/>
            <a:chExt cx="22467151" cy="826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67188" cy="82677"/>
            </a:xfrm>
            <a:custGeom>
              <a:avLst/>
              <a:gdLst/>
              <a:ahLst/>
              <a:cxnLst/>
              <a:rect r="r" b="b" t="t" l="l"/>
              <a:pathLst>
                <a:path h="8267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4A4A4A"/>
            </a:solidFill>
            <a:ln w="25400" cap="sq">
              <a:solidFill>
                <a:srgbClr val="4A4A4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4937760"/>
            <a:ext cx="16824960" cy="914400"/>
            <a:chOff x="0" y="0"/>
            <a:chExt cx="2243328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433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Estamos à disposição para perguntas e a demonstração do sistema.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6035040"/>
            <a:ext cx="16824960" cy="731520"/>
            <a:chOff x="0" y="0"/>
            <a:chExt cx="224332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332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9A9A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https://icei-puc-minas-pmv-si.github.io/pmv-si-2026-1-pe1-t3-controle-de-estoque-de-lojinha/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7132320"/>
            <a:ext cx="16824960" cy="1280160"/>
            <a:chOff x="0" y="0"/>
            <a:chExt cx="2243328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24332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Gabriel Gonçalves de Lana  ·  Gabriel Yuri Silva Alves dos Santos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Maria Luiza Duarte Parreiras  ·  Samuel Henrique dos Santos Souza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1520" y="8686800"/>
            <a:ext cx="16824960" cy="640080"/>
            <a:chOff x="0" y="0"/>
            <a:chExt cx="2243328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Prof. Clóvis Lemos Tavares  ·  PUC Minas  ·  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069183" y="7426566"/>
            <a:ext cx="2190117" cy="1831734"/>
          </a:xfrm>
          <a:custGeom>
            <a:avLst/>
            <a:gdLst/>
            <a:ahLst/>
            <a:cxnLst/>
            <a:rect r="r" b="b" t="t" l="l"/>
            <a:pathLst>
              <a:path h="1831734" w="2190117">
                <a:moveTo>
                  <a:pt x="0" y="0"/>
                </a:moveTo>
                <a:lnTo>
                  <a:pt x="2190117" y="0"/>
                </a:lnTo>
                <a:lnTo>
                  <a:pt x="2190117" y="1831734"/>
                </a:lnTo>
                <a:lnTo>
                  <a:pt x="0" y="183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DAHNOnwaSDw</dc:identifier>
  <dcterms:modified xsi:type="dcterms:W3CDTF">2011-08-01T06:04:30Z</dcterms:modified>
  <cp:revision>1</cp:revision>
  <dc:title>[ Saída ]</dc:title>
</cp:coreProperties>
</file>